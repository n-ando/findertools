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75" r:id="rId3"/>
    <p:sldId id="265" r:id="rId4"/>
    <p:sldId id="264" r:id="rId5"/>
    <p:sldId id="281" r:id="rId6"/>
    <p:sldId id="266" r:id="rId7"/>
    <p:sldId id="267" r:id="rId8"/>
    <p:sldId id="282" r:id="rId9"/>
    <p:sldId id="268" r:id="rId10"/>
    <p:sldId id="271" r:id="rId11"/>
    <p:sldId id="279" r:id="rId12"/>
    <p:sldId id="270" r:id="rId13"/>
    <p:sldId id="280" r:id="rId14"/>
    <p:sldId id="283" r:id="rId15"/>
    <p:sldId id="273" r:id="rId16"/>
    <p:sldId id="276" r:id="rId17"/>
    <p:sldId id="285" r:id="rId18"/>
    <p:sldId id="278" r:id="rId19"/>
    <p:sldId id="284" r:id="rId20"/>
    <p:sldId id="277" r:id="rId21"/>
    <p:sldId id="260" r:id="rId22"/>
    <p:sldId id="261" r:id="rId2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2826"/>
    <a:srgbClr val="C1B8B5"/>
    <a:srgbClr val="6D6766"/>
    <a:srgbClr val="C1B9B5"/>
    <a:srgbClr val="EFE4E4"/>
    <a:srgbClr val="E8E5E6"/>
    <a:srgbClr val="C0B9B5"/>
    <a:srgbClr val="CBCBCA"/>
    <a:srgbClr val="C0B8B5"/>
    <a:srgbClr val="A8A5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89"/>
    <p:restoredTop sz="94817"/>
  </p:normalViewPr>
  <p:slideViewPr>
    <p:cSldViewPr snapToGrid="0">
      <p:cViewPr>
        <p:scale>
          <a:sx n="90" d="100"/>
          <a:sy n="90" d="100"/>
        </p:scale>
        <p:origin x="3192" y="2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008A5E-1812-DF83-5833-94016CC32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3FAAF6C-B036-FDC9-12E3-F7C2258E1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8AC085-9118-600C-BAA1-75CAB692A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AD387D-4B6F-6F12-B40E-4CB290A2C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B42AF8-1CF8-D067-2D54-C330B19B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5646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A3CA97-CCBE-9743-E8F5-70D84D69C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8B96BB-E294-0E35-97FD-1B16D1D9A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252113-683E-C8EC-8578-82A0C8877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25151E-3830-6476-9EA8-98D83F17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81FC06-0AA4-C5A2-3889-88BF8740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1718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5121E3-8269-9878-C893-B6FDF7C4A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344D1D-8FC6-5501-6580-07BCFC23D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7CEAE8-0787-4263-5557-575BB54BE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8CEC0C-AF07-2BF0-5A3C-538C70F1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80D6E8-232E-ADF6-C57D-E47490951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045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21FC27-CFC2-95B1-3A4B-8A6FB576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8391BD-3B58-C548-68FF-59D3516C8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D68A0BF-B46D-017A-1A16-53D7472D8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3B6D0C9-D5C6-C62E-7CB9-7CB230424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C27518-23D7-B999-9747-56E0CF456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9E956F-40B3-4011-E568-8F5AA7D6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0229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DAB0C-6D52-2B02-8D2B-91C2CE941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40326B-8EBF-7E17-C262-443C267BC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340A76-5623-7E61-81CC-27C662630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2815A03-7D84-A20C-C85D-289D961537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09DB28F-DEAD-BFDD-AD72-032A66DF53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9E4028A-A9DA-0CAA-5BC5-B164C3C83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AC6448A-ED82-F1F8-F77E-9AE99A12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69FA56A-5404-773E-E080-24AAF2EFD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344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AABE30-F0B7-A69B-DF5C-53A5F46E7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C5037F0-A083-1902-8B79-CA7E902BE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15E78FE-9812-9A3A-4C5B-0EAF2AF2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9363591-3CED-F467-1D21-FBE98ED9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946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5191D9A-A445-C668-D854-71A2091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9A64629-DAA6-A336-D395-E3C11CE04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B0A0FD-07D9-97D3-9CFE-294591A2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081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AC10E7-DE21-40E5-A46D-524F594B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08D646-DAE3-FF9B-29A3-1994BDB2C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9EB74F-EA88-3E7D-350D-A2D0AD156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6E5DC2-06CC-6392-7399-12BC83CB1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B0448AD-8A25-B02A-1615-F8A8D53DA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3793FE-641C-C701-6A72-0EA87C43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587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1EBA9F-E9DF-0FD6-7B91-BF74139F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EE6910F-FA88-1BD1-0859-A2A83A3062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FA2A65-ACA7-4A30-8F58-524873C7B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E7E2DA-2A62-EC1A-5F37-F0FB7919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D1F3B9F-6926-F362-3E74-7526F31A4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A431A0-B588-2CE6-3B3F-5E13C2276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168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778C3D-1F8D-B0A6-1E45-A1AE56E8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DA21B8-6EAF-C9C5-3DAE-3545CC697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CBB843-47C6-4FEA-4947-4157FFEF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0FFD43-A8EB-3D06-0401-7C81A337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080C79-7B6B-8796-45A7-A387303F6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7744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C221686-BF4F-722E-8A80-238006079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A5C4FE8-E75F-EEF6-AD37-5BA1C579D7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D76DEE-EFBD-F572-2346-F0092B2BA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BB5C2C-748C-307C-A940-6BD97B83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FA2B35-0AD5-8ECC-137B-8880156C4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056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AF10E19-13D2-72E8-17DA-60F822447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9C9383-3617-E882-885F-C0800BC4E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475F40-E8C4-880E-9CAB-400D0CE441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CA9FD-1E12-584C-8F7B-A5108B2B2A1D}" type="datetimeFigureOut">
              <a:rPr kumimoji="1" lang="ja-JP" altLang="en-US" smtClean="0"/>
              <a:t>2026/6/27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885304-FF9B-CA0A-876F-9A59275D1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D3586D-EBD3-6C3A-0DA7-715174C6F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6C7B3-FB08-9340-AB42-634D24A992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3960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5D8C6093-87DB-E3B4-DB43-508525319048}"/>
              </a:ext>
            </a:extLst>
          </p:cNvPr>
          <p:cNvSpPr/>
          <p:nvPr/>
        </p:nvSpPr>
        <p:spPr>
          <a:xfrm>
            <a:off x="2676000" y="9000"/>
            <a:ext cx="6840000" cy="6840000"/>
          </a:xfrm>
          <a:prstGeom prst="rect">
            <a:avLst/>
          </a:prstGeom>
          <a:solidFill>
            <a:srgbClr val="332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9F102104-CC51-E6AD-9873-D8DA8682DDC5}"/>
              </a:ext>
            </a:extLst>
          </p:cNvPr>
          <p:cNvGrpSpPr/>
          <p:nvPr/>
        </p:nvGrpSpPr>
        <p:grpSpPr>
          <a:xfrm>
            <a:off x="4069490" y="779134"/>
            <a:ext cx="4435310" cy="5299732"/>
            <a:chOff x="7543776" y="593362"/>
            <a:chExt cx="4435310" cy="5299732"/>
          </a:xfrm>
        </p:grpSpPr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3D517DDC-4C13-45E4-7C98-0564FE28D140}"/>
                </a:ext>
              </a:extLst>
            </p:cNvPr>
            <p:cNvGrpSpPr/>
            <p:nvPr/>
          </p:nvGrpSpPr>
          <p:grpSpPr>
            <a:xfrm>
              <a:off x="7543776" y="593362"/>
              <a:ext cx="4435310" cy="5299732"/>
              <a:chOff x="4850605" y="1340709"/>
              <a:chExt cx="4435310" cy="5299732"/>
            </a:xfrm>
          </p:grpSpPr>
          <p:sp>
            <p:nvSpPr>
              <p:cNvPr id="40" name="フリーフォーム 39">
                <a:extLst>
                  <a:ext uri="{FF2B5EF4-FFF2-40B4-BE49-F238E27FC236}">
                    <a16:creationId xmlns:a16="http://schemas.microsoft.com/office/drawing/2014/main" id="{CD5A76D0-6587-6868-6D93-2C84D7AB14F6}"/>
                  </a:ext>
                </a:extLst>
              </p:cNvPr>
              <p:cNvSpPr/>
              <p:nvPr/>
            </p:nvSpPr>
            <p:spPr>
              <a:xfrm>
                <a:off x="7269915" y="4624441"/>
                <a:ext cx="2016000" cy="2016000"/>
              </a:xfrm>
              <a:custGeom>
                <a:avLst/>
                <a:gdLst>
                  <a:gd name="csX0" fmla="*/ 849804 w 2016000"/>
                  <a:gd name="csY0" fmla="*/ 324000 h 2016000"/>
                  <a:gd name="csX1" fmla="*/ 849804 w 2016000"/>
                  <a:gd name="csY1" fmla="*/ 849804 h 2016000"/>
                  <a:gd name="csX2" fmla="*/ 324000 w 2016000"/>
                  <a:gd name="csY2" fmla="*/ 849804 h 2016000"/>
                  <a:gd name="csX3" fmla="*/ 324000 w 2016000"/>
                  <a:gd name="csY3" fmla="*/ 1166196 h 2016000"/>
                  <a:gd name="csX4" fmla="*/ 849804 w 2016000"/>
                  <a:gd name="csY4" fmla="*/ 1166196 h 2016000"/>
                  <a:gd name="csX5" fmla="*/ 849804 w 2016000"/>
                  <a:gd name="csY5" fmla="*/ 1692000 h 2016000"/>
                  <a:gd name="csX6" fmla="*/ 1166196 w 2016000"/>
                  <a:gd name="csY6" fmla="*/ 1692000 h 2016000"/>
                  <a:gd name="csX7" fmla="*/ 1166196 w 2016000"/>
                  <a:gd name="csY7" fmla="*/ 1166196 h 2016000"/>
                  <a:gd name="csX8" fmla="*/ 1692000 w 2016000"/>
                  <a:gd name="csY8" fmla="*/ 1166196 h 2016000"/>
                  <a:gd name="csX9" fmla="*/ 1692000 w 2016000"/>
                  <a:gd name="csY9" fmla="*/ 849804 h 2016000"/>
                  <a:gd name="csX10" fmla="*/ 1166196 w 2016000"/>
                  <a:gd name="csY10" fmla="*/ 849804 h 2016000"/>
                  <a:gd name="csX11" fmla="*/ 1166196 w 2016000"/>
                  <a:gd name="csY11" fmla="*/ 324000 h 2016000"/>
                  <a:gd name="csX12" fmla="*/ 1008000 w 2016000"/>
                  <a:gd name="csY12" fmla="*/ 0 h 2016000"/>
                  <a:gd name="csX13" fmla="*/ 2016000 w 2016000"/>
                  <a:gd name="csY13" fmla="*/ 1008000 h 2016000"/>
                  <a:gd name="csX14" fmla="*/ 1008000 w 2016000"/>
                  <a:gd name="csY14" fmla="*/ 2016000 h 2016000"/>
                  <a:gd name="csX15" fmla="*/ 0 w 2016000"/>
                  <a:gd name="csY15" fmla="*/ 1008000 h 2016000"/>
                  <a:gd name="csX16" fmla="*/ 1008000 w 2016000"/>
                  <a:gd name="csY16" fmla="*/ 0 h 2016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016000" h="2016000">
                    <a:moveTo>
                      <a:pt x="849804" y="324000"/>
                    </a:moveTo>
                    <a:lnTo>
                      <a:pt x="849804" y="849804"/>
                    </a:lnTo>
                    <a:lnTo>
                      <a:pt x="324000" y="849804"/>
                    </a:lnTo>
                    <a:lnTo>
                      <a:pt x="324000" y="1166196"/>
                    </a:lnTo>
                    <a:lnTo>
                      <a:pt x="849804" y="1166196"/>
                    </a:lnTo>
                    <a:lnTo>
                      <a:pt x="849804" y="1692000"/>
                    </a:lnTo>
                    <a:lnTo>
                      <a:pt x="1166196" y="1692000"/>
                    </a:lnTo>
                    <a:lnTo>
                      <a:pt x="1166196" y="1166196"/>
                    </a:lnTo>
                    <a:lnTo>
                      <a:pt x="1692000" y="1166196"/>
                    </a:lnTo>
                    <a:lnTo>
                      <a:pt x="1692000" y="849804"/>
                    </a:lnTo>
                    <a:lnTo>
                      <a:pt x="1166196" y="849804"/>
                    </a:lnTo>
                    <a:lnTo>
                      <a:pt x="1166196" y="324000"/>
                    </a:lnTo>
                    <a:close/>
                    <a:moveTo>
                      <a:pt x="1008000" y="0"/>
                    </a:moveTo>
                    <a:cubicBezTo>
                      <a:pt x="1564703" y="0"/>
                      <a:pt x="2016000" y="451297"/>
                      <a:pt x="2016000" y="1008000"/>
                    </a:cubicBezTo>
                    <a:cubicBezTo>
                      <a:pt x="2016000" y="1564703"/>
                      <a:pt x="1564703" y="2016000"/>
                      <a:pt x="1008000" y="2016000"/>
                    </a:cubicBezTo>
                    <a:cubicBezTo>
                      <a:pt x="451297" y="2016000"/>
                      <a:pt x="0" y="1564703"/>
                      <a:pt x="0" y="1008000"/>
                    </a:cubicBezTo>
                    <a:cubicBezTo>
                      <a:pt x="0" y="451297"/>
                      <a:pt x="451297" y="0"/>
                      <a:pt x="1008000" y="0"/>
                    </a:cubicBezTo>
                    <a:close/>
                  </a:path>
                </a:pathLst>
              </a:custGeom>
              <a:solidFill>
                <a:srgbClr val="C0B8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0" name="フリーフォーム 59">
                <a:extLst>
                  <a:ext uri="{FF2B5EF4-FFF2-40B4-BE49-F238E27FC236}">
                    <a16:creationId xmlns:a16="http://schemas.microsoft.com/office/drawing/2014/main" id="{7DD6735D-7E3B-BE28-6086-5920948AEE08}"/>
                  </a:ext>
                </a:extLst>
              </p:cNvPr>
              <p:cNvSpPr/>
              <p:nvPr/>
            </p:nvSpPr>
            <p:spPr>
              <a:xfrm>
                <a:off x="4850605" y="1340709"/>
                <a:ext cx="3945071" cy="4984380"/>
              </a:xfrm>
              <a:custGeom>
                <a:avLst/>
                <a:gdLst>
                  <a:gd name="csX0" fmla="*/ 3584085 w 3945071"/>
                  <a:gd name="csY0" fmla="*/ 4450126 h 4984380"/>
                  <a:gd name="csX1" fmla="*/ 3936057 w 3945071"/>
                  <a:gd name="csY1" fmla="*/ 4450126 h 4984380"/>
                  <a:gd name="csX2" fmla="*/ 3932400 w 3945071"/>
                  <a:gd name="csY2" fmla="*/ 4486397 h 4984380"/>
                  <a:gd name="csX3" fmla="*/ 3670099 w 3945071"/>
                  <a:gd name="csY3" fmla="*/ 4877866 h 4984380"/>
                  <a:gd name="csX4" fmla="*/ 3584085 w 3945071"/>
                  <a:gd name="csY4" fmla="*/ 4924553 h 4984380"/>
                  <a:gd name="csX5" fmla="*/ 623676 w 3945071"/>
                  <a:gd name="csY5" fmla="*/ 0 h 4984380"/>
                  <a:gd name="csX6" fmla="*/ 3321395 w 3945071"/>
                  <a:gd name="csY6" fmla="*/ 0 h 4984380"/>
                  <a:gd name="csX7" fmla="*/ 3945071 w 3945071"/>
                  <a:gd name="csY7" fmla="*/ 623676 h 4984380"/>
                  <a:gd name="csX8" fmla="*/ 3945071 w 3945071"/>
                  <a:gd name="csY8" fmla="*/ 4133734 h 4984380"/>
                  <a:gd name="csX9" fmla="*/ 3584588 w 3945071"/>
                  <a:gd name="csY9" fmla="*/ 4133734 h 4984380"/>
                  <a:gd name="csX10" fmla="*/ 3584588 w 3945071"/>
                  <a:gd name="csY10" fmla="*/ 724682 h 4984380"/>
                  <a:gd name="csX11" fmla="*/ 3224359 w 3945071"/>
                  <a:gd name="csY11" fmla="*/ 364453 h 4984380"/>
                  <a:gd name="csX12" fmla="*/ 720711 w 3945071"/>
                  <a:gd name="csY12" fmla="*/ 364453 h 4984380"/>
                  <a:gd name="csX13" fmla="*/ 360482 w 3945071"/>
                  <a:gd name="csY13" fmla="*/ 724682 h 4984380"/>
                  <a:gd name="csX14" fmla="*/ 360482 w 3945071"/>
                  <a:gd name="csY14" fmla="*/ 4259698 h 4984380"/>
                  <a:gd name="csX15" fmla="*/ 720711 w 3945071"/>
                  <a:gd name="csY15" fmla="*/ 4619927 h 4984380"/>
                  <a:gd name="csX16" fmla="*/ 3224359 w 3945071"/>
                  <a:gd name="csY16" fmla="*/ 4619927 h 4984380"/>
                  <a:gd name="csX17" fmla="*/ 3267693 w 3945071"/>
                  <a:gd name="csY17" fmla="*/ 4615559 h 4984380"/>
                  <a:gd name="csX18" fmla="*/ 3267693 w 3945071"/>
                  <a:gd name="csY18" fmla="*/ 4975930 h 4984380"/>
                  <a:gd name="csX19" fmla="*/ 3405218 w 3945071"/>
                  <a:gd name="csY19" fmla="*/ 4975930 h 4984380"/>
                  <a:gd name="csX20" fmla="*/ 3321395 w 3945071"/>
                  <a:gd name="csY20" fmla="*/ 4984380 h 4984380"/>
                  <a:gd name="csX21" fmla="*/ 623676 w 3945071"/>
                  <a:gd name="csY21" fmla="*/ 4984380 h 4984380"/>
                  <a:gd name="csX22" fmla="*/ 0 w 3945071"/>
                  <a:gd name="csY22" fmla="*/ 4360704 h 4984380"/>
                  <a:gd name="csX23" fmla="*/ 0 w 3945071"/>
                  <a:gd name="csY23" fmla="*/ 623676 h 4984380"/>
                  <a:gd name="csX24" fmla="*/ 623676 w 3945071"/>
                  <a:gd name="csY24" fmla="*/ 0 h 4984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3945071" h="4984380">
                    <a:moveTo>
                      <a:pt x="3584085" y="4450126"/>
                    </a:moveTo>
                    <a:lnTo>
                      <a:pt x="3936057" y="4450126"/>
                    </a:lnTo>
                    <a:lnTo>
                      <a:pt x="3932400" y="4486397"/>
                    </a:lnTo>
                    <a:cubicBezTo>
                      <a:pt x="3899169" y="4648796"/>
                      <a:pt x="3802818" y="4788203"/>
                      <a:pt x="3670099" y="4877866"/>
                    </a:cubicBezTo>
                    <a:lnTo>
                      <a:pt x="3584085" y="4924553"/>
                    </a:lnTo>
                    <a:close/>
                    <a:moveTo>
                      <a:pt x="623676" y="0"/>
                    </a:moveTo>
                    <a:lnTo>
                      <a:pt x="3321395" y="0"/>
                    </a:lnTo>
                    <a:cubicBezTo>
                      <a:pt x="3665842" y="0"/>
                      <a:pt x="3945071" y="279229"/>
                      <a:pt x="3945071" y="623676"/>
                    </a:cubicBezTo>
                    <a:lnTo>
                      <a:pt x="3945071" y="4133734"/>
                    </a:lnTo>
                    <a:lnTo>
                      <a:pt x="3584588" y="4133734"/>
                    </a:lnTo>
                    <a:lnTo>
                      <a:pt x="3584588" y="724682"/>
                    </a:lnTo>
                    <a:cubicBezTo>
                      <a:pt x="3584588" y="525733"/>
                      <a:pt x="3423308" y="364453"/>
                      <a:pt x="3224359" y="364453"/>
                    </a:cubicBezTo>
                    <a:lnTo>
                      <a:pt x="720711" y="364453"/>
                    </a:lnTo>
                    <a:cubicBezTo>
                      <a:pt x="521762" y="364453"/>
                      <a:pt x="360482" y="525733"/>
                      <a:pt x="360482" y="724682"/>
                    </a:cubicBezTo>
                    <a:lnTo>
                      <a:pt x="360482" y="4259698"/>
                    </a:lnTo>
                    <a:cubicBezTo>
                      <a:pt x="360482" y="4458647"/>
                      <a:pt x="521762" y="4619927"/>
                      <a:pt x="720711" y="4619927"/>
                    </a:cubicBezTo>
                    <a:lnTo>
                      <a:pt x="3224359" y="4619927"/>
                    </a:lnTo>
                    <a:lnTo>
                      <a:pt x="3267693" y="4615559"/>
                    </a:lnTo>
                    <a:lnTo>
                      <a:pt x="3267693" y="4975930"/>
                    </a:lnTo>
                    <a:lnTo>
                      <a:pt x="3405218" y="4975930"/>
                    </a:lnTo>
                    <a:lnTo>
                      <a:pt x="3321395" y="4984380"/>
                    </a:lnTo>
                    <a:lnTo>
                      <a:pt x="623676" y="4984380"/>
                    </a:lnTo>
                    <a:cubicBezTo>
                      <a:pt x="279229" y="4984380"/>
                      <a:pt x="0" y="4705151"/>
                      <a:pt x="0" y="4360704"/>
                    </a:cubicBezTo>
                    <a:lnTo>
                      <a:pt x="0" y="623676"/>
                    </a:lnTo>
                    <a:cubicBezTo>
                      <a:pt x="0" y="279229"/>
                      <a:pt x="279229" y="0"/>
                      <a:pt x="623676" y="0"/>
                    </a:cubicBezTo>
                    <a:close/>
                  </a:path>
                </a:pathLst>
              </a:custGeom>
              <a:solidFill>
                <a:srgbClr val="C1B8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DBE17762-0275-E7A1-04B7-398A48A211FB}"/>
                </a:ext>
              </a:extLst>
            </p:cNvPr>
            <p:cNvSpPr/>
            <p:nvPr/>
          </p:nvSpPr>
          <p:spPr>
            <a:xfrm>
              <a:off x="8433781" y="1537005"/>
              <a:ext cx="2165060" cy="375049"/>
            </a:xfrm>
            <a:prstGeom prst="rect">
              <a:avLst/>
            </a:prstGeom>
            <a:solidFill>
              <a:srgbClr val="C1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CCA35BA8-D02D-ABC7-9607-D1F5C2881314}"/>
                </a:ext>
              </a:extLst>
            </p:cNvPr>
            <p:cNvSpPr/>
            <p:nvPr/>
          </p:nvSpPr>
          <p:spPr>
            <a:xfrm>
              <a:off x="8430758" y="2393740"/>
              <a:ext cx="2165060" cy="375049"/>
            </a:xfrm>
            <a:prstGeom prst="rect">
              <a:avLst/>
            </a:prstGeom>
            <a:solidFill>
              <a:srgbClr val="C1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A97B72F4-047F-5B0F-183C-C860955CD1B7}"/>
                </a:ext>
              </a:extLst>
            </p:cNvPr>
            <p:cNvSpPr/>
            <p:nvPr/>
          </p:nvSpPr>
          <p:spPr>
            <a:xfrm>
              <a:off x="8427735" y="3250475"/>
              <a:ext cx="2165060" cy="375049"/>
            </a:xfrm>
            <a:prstGeom prst="rect">
              <a:avLst/>
            </a:prstGeom>
            <a:solidFill>
              <a:srgbClr val="C1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F5E726A5-BD53-BA3C-38F9-35E646E027F4}"/>
                </a:ext>
              </a:extLst>
            </p:cNvPr>
            <p:cNvSpPr/>
            <p:nvPr/>
          </p:nvSpPr>
          <p:spPr>
            <a:xfrm>
              <a:off x="8424712" y="4107210"/>
              <a:ext cx="2165060" cy="375049"/>
            </a:xfrm>
            <a:prstGeom prst="rect">
              <a:avLst/>
            </a:prstGeom>
            <a:solidFill>
              <a:srgbClr val="C1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52169B49-FA28-1D78-D381-CE9C601EB519}"/>
              </a:ext>
            </a:extLst>
          </p:cNvPr>
          <p:cNvSpPr txBox="1"/>
          <p:nvPr/>
        </p:nvSpPr>
        <p:spPr>
          <a:xfrm>
            <a:off x="925221" y="12444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新アイコン用</a:t>
            </a:r>
          </a:p>
        </p:txBody>
      </p:sp>
    </p:spTree>
    <p:extLst>
      <p:ext uri="{BB962C8B-B14F-4D97-AF65-F5344CB8AC3E}">
        <p14:creationId xmlns:p14="http://schemas.microsoft.com/office/powerpoint/2010/main" val="2395794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DFD01-FA85-ABF6-B73B-EC6C0EB0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849DC16-9837-0614-1CA0-D36C6A08F201}"/>
              </a:ext>
            </a:extLst>
          </p:cNvPr>
          <p:cNvSpPr/>
          <p:nvPr/>
        </p:nvSpPr>
        <p:spPr>
          <a:xfrm>
            <a:off x="2676000" y="9000"/>
            <a:ext cx="6840000" cy="6840000"/>
          </a:xfrm>
          <a:prstGeom prst="rect">
            <a:avLst/>
          </a:prstGeom>
          <a:solidFill>
            <a:srgbClr val="332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B9FB48A0-A117-196D-C682-5F13F135F1F5}"/>
              </a:ext>
            </a:extLst>
          </p:cNvPr>
          <p:cNvGrpSpPr/>
          <p:nvPr/>
        </p:nvGrpSpPr>
        <p:grpSpPr>
          <a:xfrm>
            <a:off x="4341200" y="866684"/>
            <a:ext cx="4256269" cy="5124632"/>
            <a:chOff x="4300151" y="1099751"/>
            <a:chExt cx="4256269" cy="5124632"/>
          </a:xfrm>
        </p:grpSpPr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144F3C8C-EA62-B106-FAA1-BAE2981E76B0}"/>
                </a:ext>
              </a:extLst>
            </p:cNvPr>
            <p:cNvSpPr/>
            <p:nvPr/>
          </p:nvSpPr>
          <p:spPr>
            <a:xfrm>
              <a:off x="6540420" y="4208383"/>
              <a:ext cx="2016000" cy="2016000"/>
            </a:xfrm>
            <a:prstGeom prst="ellipse">
              <a:avLst/>
            </a:pr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E5219D28-2EAF-57F2-0345-18449FD5BB52}"/>
                </a:ext>
              </a:extLst>
            </p:cNvPr>
            <p:cNvGrpSpPr/>
            <p:nvPr/>
          </p:nvGrpSpPr>
          <p:grpSpPr>
            <a:xfrm>
              <a:off x="4300151" y="1099751"/>
              <a:ext cx="3583460" cy="4633784"/>
              <a:chOff x="4300151" y="1099751"/>
              <a:chExt cx="3583460" cy="4633784"/>
            </a:xfrm>
          </p:grpSpPr>
          <p:sp>
            <p:nvSpPr>
              <p:cNvPr id="8" name="角丸四角形 7">
                <a:extLst>
                  <a:ext uri="{FF2B5EF4-FFF2-40B4-BE49-F238E27FC236}">
                    <a16:creationId xmlns:a16="http://schemas.microsoft.com/office/drawing/2014/main" id="{530059FB-31CF-0FFD-4AB9-FB16F21FDEFB}"/>
                  </a:ext>
                </a:extLst>
              </p:cNvPr>
              <p:cNvSpPr/>
              <p:nvPr/>
            </p:nvSpPr>
            <p:spPr>
              <a:xfrm>
                <a:off x="4300151" y="1099751"/>
                <a:ext cx="3583460" cy="4633784"/>
              </a:xfrm>
              <a:prstGeom prst="roundRect">
                <a:avLst/>
              </a:prstGeom>
              <a:noFill/>
              <a:ln w="355600">
                <a:solidFill>
                  <a:srgbClr val="C0B8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7" name="グループ化 16">
                <a:extLst>
                  <a:ext uri="{FF2B5EF4-FFF2-40B4-BE49-F238E27FC236}">
                    <a16:creationId xmlns:a16="http://schemas.microsoft.com/office/drawing/2014/main" id="{81851AF7-D3D9-A6F2-C705-60C338B86C0C}"/>
                  </a:ext>
                </a:extLst>
              </p:cNvPr>
              <p:cNvGrpSpPr/>
              <p:nvPr/>
            </p:nvGrpSpPr>
            <p:grpSpPr>
              <a:xfrm>
                <a:off x="5009351" y="2131541"/>
                <a:ext cx="2165060" cy="2570205"/>
                <a:chOff x="5002791" y="2298357"/>
                <a:chExt cx="2165060" cy="2570205"/>
              </a:xfrm>
            </p:grpSpPr>
            <p:cxnSp>
              <p:nvCxnSpPr>
                <p:cNvPr id="12" name="直線コネクタ 11">
                  <a:extLst>
                    <a:ext uri="{FF2B5EF4-FFF2-40B4-BE49-F238E27FC236}">
                      <a16:creationId xmlns:a16="http://schemas.microsoft.com/office/drawing/2014/main" id="{A743F7A2-2144-32A1-2037-A68E0858BF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02791" y="2298357"/>
                  <a:ext cx="2165060" cy="0"/>
                </a:xfrm>
                <a:prstGeom prst="line">
                  <a:avLst/>
                </a:prstGeom>
                <a:ln w="355600">
                  <a:solidFill>
                    <a:srgbClr val="C0B8B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線コネクタ 13">
                  <a:extLst>
                    <a:ext uri="{FF2B5EF4-FFF2-40B4-BE49-F238E27FC236}">
                      <a16:creationId xmlns:a16="http://schemas.microsoft.com/office/drawing/2014/main" id="{9B9D9539-ECE9-4549-A74F-35A8B26C4F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02791" y="3155092"/>
                  <a:ext cx="2165060" cy="0"/>
                </a:xfrm>
                <a:prstGeom prst="line">
                  <a:avLst/>
                </a:prstGeom>
                <a:ln w="355600">
                  <a:solidFill>
                    <a:srgbClr val="C0B8B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コネクタ 14">
                  <a:extLst>
                    <a:ext uri="{FF2B5EF4-FFF2-40B4-BE49-F238E27FC236}">
                      <a16:creationId xmlns:a16="http://schemas.microsoft.com/office/drawing/2014/main" id="{F0D3FDCA-74EF-A538-3FF6-E29CEF8C52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02791" y="4011827"/>
                  <a:ext cx="2165060" cy="0"/>
                </a:xfrm>
                <a:prstGeom prst="line">
                  <a:avLst/>
                </a:prstGeom>
                <a:ln w="355600">
                  <a:solidFill>
                    <a:srgbClr val="C0B8B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線コネクタ 15">
                  <a:extLst>
                    <a:ext uri="{FF2B5EF4-FFF2-40B4-BE49-F238E27FC236}">
                      <a16:creationId xmlns:a16="http://schemas.microsoft.com/office/drawing/2014/main" id="{AE922820-F4A9-849B-7D6B-81418A55FD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02791" y="4868562"/>
                  <a:ext cx="2165060" cy="0"/>
                </a:xfrm>
                <a:prstGeom prst="line">
                  <a:avLst/>
                </a:prstGeom>
                <a:ln w="355600">
                  <a:solidFill>
                    <a:srgbClr val="C0B8B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0" name="十字形 9">
              <a:extLst>
                <a:ext uri="{FF2B5EF4-FFF2-40B4-BE49-F238E27FC236}">
                  <a16:creationId xmlns:a16="http://schemas.microsoft.com/office/drawing/2014/main" id="{15E200EE-7A8C-00C3-067E-314E67238132}"/>
                </a:ext>
              </a:extLst>
            </p:cNvPr>
            <p:cNvSpPr/>
            <p:nvPr/>
          </p:nvSpPr>
          <p:spPr>
            <a:xfrm>
              <a:off x="6861234" y="4532383"/>
              <a:ext cx="1368000" cy="1368000"/>
            </a:xfrm>
            <a:prstGeom prst="plus">
              <a:avLst>
                <a:gd name="adj" fmla="val 38436"/>
              </a:avLst>
            </a:prstGeom>
            <a:solidFill>
              <a:srgbClr val="3328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3629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1FC5AAD9-2858-27A5-7850-4B49120FA005}"/>
              </a:ext>
            </a:extLst>
          </p:cNvPr>
          <p:cNvGrpSpPr/>
          <p:nvPr/>
        </p:nvGrpSpPr>
        <p:grpSpPr>
          <a:xfrm>
            <a:off x="2685000" y="9000"/>
            <a:ext cx="6840000" cy="6840000"/>
            <a:chOff x="2685000" y="9000"/>
            <a:chExt cx="6840000" cy="684000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8AB8ED6-1CBB-10E9-3A01-259728945359}"/>
                </a:ext>
              </a:extLst>
            </p:cNvPr>
            <p:cNvSpPr/>
            <p:nvPr/>
          </p:nvSpPr>
          <p:spPr>
            <a:xfrm>
              <a:off x="2685000" y="9000"/>
              <a:ext cx="6840000" cy="6840000"/>
            </a:xfrm>
            <a:prstGeom prst="rect">
              <a:avLst/>
            </a:prstGeom>
            <a:solidFill>
              <a:srgbClr val="E8E5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6F5306E0-B58C-A47E-DF05-613A4C4C570A}"/>
                </a:ext>
              </a:extLst>
            </p:cNvPr>
            <p:cNvGrpSpPr/>
            <p:nvPr/>
          </p:nvGrpSpPr>
          <p:grpSpPr>
            <a:xfrm>
              <a:off x="3993308" y="883507"/>
              <a:ext cx="4256269" cy="5124632"/>
              <a:chOff x="4300151" y="1099751"/>
              <a:chExt cx="4256269" cy="5124632"/>
            </a:xfrm>
          </p:grpSpPr>
          <p:sp>
            <p:nvSpPr>
              <p:cNvPr id="9" name="円/楕円 8">
                <a:extLst>
                  <a:ext uri="{FF2B5EF4-FFF2-40B4-BE49-F238E27FC236}">
                    <a16:creationId xmlns:a16="http://schemas.microsoft.com/office/drawing/2014/main" id="{05918B7B-49C9-80B0-0E6D-75F7704411D8}"/>
                  </a:ext>
                </a:extLst>
              </p:cNvPr>
              <p:cNvSpPr/>
              <p:nvPr/>
            </p:nvSpPr>
            <p:spPr>
              <a:xfrm>
                <a:off x="6540420" y="4208383"/>
                <a:ext cx="2016000" cy="2016000"/>
              </a:xfrm>
              <a:prstGeom prst="ellipse">
                <a:avLst/>
              </a:prstGeom>
              <a:solidFill>
                <a:srgbClr val="6D67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8" name="グループ化 17">
                <a:extLst>
                  <a:ext uri="{FF2B5EF4-FFF2-40B4-BE49-F238E27FC236}">
                    <a16:creationId xmlns:a16="http://schemas.microsoft.com/office/drawing/2014/main" id="{61BA24B7-4F34-DE33-4748-ED4A64CCCA14}"/>
                  </a:ext>
                </a:extLst>
              </p:cNvPr>
              <p:cNvGrpSpPr/>
              <p:nvPr/>
            </p:nvGrpSpPr>
            <p:grpSpPr>
              <a:xfrm>
                <a:off x="4300151" y="1099751"/>
                <a:ext cx="3583460" cy="4633784"/>
                <a:chOff x="4300151" y="1099751"/>
                <a:chExt cx="3583460" cy="4633784"/>
              </a:xfrm>
            </p:grpSpPr>
            <p:sp>
              <p:nvSpPr>
                <p:cNvPr id="8" name="角丸四角形 7">
                  <a:extLst>
                    <a:ext uri="{FF2B5EF4-FFF2-40B4-BE49-F238E27FC236}">
                      <a16:creationId xmlns:a16="http://schemas.microsoft.com/office/drawing/2014/main" id="{ACFC660C-BA1A-C9E0-2663-101E096FB1E3}"/>
                    </a:ext>
                  </a:extLst>
                </p:cNvPr>
                <p:cNvSpPr/>
                <p:nvPr/>
              </p:nvSpPr>
              <p:spPr>
                <a:xfrm>
                  <a:off x="4300151" y="1099751"/>
                  <a:ext cx="3583460" cy="4633784"/>
                </a:xfrm>
                <a:prstGeom prst="roundRect">
                  <a:avLst/>
                </a:prstGeom>
                <a:noFill/>
                <a:ln w="355600">
                  <a:solidFill>
                    <a:srgbClr val="6D67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17" name="グループ化 16">
                  <a:extLst>
                    <a:ext uri="{FF2B5EF4-FFF2-40B4-BE49-F238E27FC236}">
                      <a16:creationId xmlns:a16="http://schemas.microsoft.com/office/drawing/2014/main" id="{6835A3D2-047B-98A0-A4AC-7F8560962739}"/>
                    </a:ext>
                  </a:extLst>
                </p:cNvPr>
                <p:cNvGrpSpPr/>
                <p:nvPr/>
              </p:nvGrpSpPr>
              <p:grpSpPr>
                <a:xfrm>
                  <a:off x="5009351" y="2131541"/>
                  <a:ext cx="2165060" cy="2570205"/>
                  <a:chOff x="5002791" y="2298357"/>
                  <a:chExt cx="2165060" cy="2570205"/>
                </a:xfrm>
              </p:grpSpPr>
              <p:cxnSp>
                <p:nvCxnSpPr>
                  <p:cNvPr id="12" name="直線コネクタ 11">
                    <a:extLst>
                      <a:ext uri="{FF2B5EF4-FFF2-40B4-BE49-F238E27FC236}">
                        <a16:creationId xmlns:a16="http://schemas.microsoft.com/office/drawing/2014/main" id="{86EC920D-FA83-2A9F-AD67-CD6E58F885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02791" y="2298357"/>
                    <a:ext cx="2165060" cy="0"/>
                  </a:xfrm>
                  <a:prstGeom prst="line">
                    <a:avLst/>
                  </a:prstGeom>
                  <a:ln w="355600">
                    <a:solidFill>
                      <a:srgbClr val="6D67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線コネクタ 13">
                    <a:extLst>
                      <a:ext uri="{FF2B5EF4-FFF2-40B4-BE49-F238E27FC236}">
                        <a16:creationId xmlns:a16="http://schemas.microsoft.com/office/drawing/2014/main" id="{CFD1F8B5-21DF-9F90-30F0-12424FCB1D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02791" y="3155092"/>
                    <a:ext cx="2165060" cy="0"/>
                  </a:xfrm>
                  <a:prstGeom prst="line">
                    <a:avLst/>
                  </a:prstGeom>
                  <a:ln w="355600">
                    <a:solidFill>
                      <a:srgbClr val="6D67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直線コネクタ 14">
                    <a:extLst>
                      <a:ext uri="{FF2B5EF4-FFF2-40B4-BE49-F238E27FC236}">
                        <a16:creationId xmlns:a16="http://schemas.microsoft.com/office/drawing/2014/main" id="{81ADDA29-E0C4-6C4B-7BF7-37AAD00D8C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02791" y="4011827"/>
                    <a:ext cx="2165060" cy="0"/>
                  </a:xfrm>
                  <a:prstGeom prst="line">
                    <a:avLst/>
                  </a:prstGeom>
                  <a:ln w="355600">
                    <a:solidFill>
                      <a:srgbClr val="6D67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線コネクタ 15">
                    <a:extLst>
                      <a:ext uri="{FF2B5EF4-FFF2-40B4-BE49-F238E27FC236}">
                        <a16:creationId xmlns:a16="http://schemas.microsoft.com/office/drawing/2014/main" id="{E4486970-E992-1C2F-0677-AE13DF6D51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02791" y="4868562"/>
                    <a:ext cx="2165060" cy="0"/>
                  </a:xfrm>
                  <a:prstGeom prst="line">
                    <a:avLst/>
                  </a:prstGeom>
                  <a:ln w="355600">
                    <a:solidFill>
                      <a:srgbClr val="6D67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0" name="十字形 9">
                <a:extLst>
                  <a:ext uri="{FF2B5EF4-FFF2-40B4-BE49-F238E27FC236}">
                    <a16:creationId xmlns:a16="http://schemas.microsoft.com/office/drawing/2014/main" id="{69DA0BA6-908A-05F7-7B0F-6C8E047D4B65}"/>
                  </a:ext>
                </a:extLst>
              </p:cNvPr>
              <p:cNvSpPr/>
              <p:nvPr/>
            </p:nvSpPr>
            <p:spPr>
              <a:xfrm>
                <a:off x="6861234" y="4532383"/>
                <a:ext cx="1368000" cy="1368000"/>
              </a:xfrm>
              <a:prstGeom prst="plus">
                <a:avLst>
                  <a:gd name="adj" fmla="val 38436"/>
                </a:avLst>
              </a:prstGeom>
              <a:solidFill>
                <a:srgbClr val="E8E5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1440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角丸四角形 7">
            <a:extLst>
              <a:ext uri="{FF2B5EF4-FFF2-40B4-BE49-F238E27FC236}">
                <a16:creationId xmlns:a16="http://schemas.microsoft.com/office/drawing/2014/main" id="{ACFC660C-BA1A-C9E0-2663-101E096FB1E3}"/>
              </a:ext>
            </a:extLst>
          </p:cNvPr>
          <p:cNvSpPr/>
          <p:nvPr/>
        </p:nvSpPr>
        <p:spPr>
          <a:xfrm rot="5400000">
            <a:off x="4304270" y="1050325"/>
            <a:ext cx="3583460" cy="4633784"/>
          </a:xfrm>
          <a:prstGeom prst="roundRect">
            <a:avLst/>
          </a:prstGeom>
          <a:noFill/>
          <a:ln w="355600">
            <a:solidFill>
              <a:srgbClr val="C0B8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AB8ED6-1CBB-10E9-3A01-259728945359}"/>
              </a:ext>
            </a:extLst>
          </p:cNvPr>
          <p:cNvSpPr/>
          <p:nvPr/>
        </p:nvSpPr>
        <p:spPr>
          <a:xfrm>
            <a:off x="2676000" y="18000"/>
            <a:ext cx="6840000" cy="6840000"/>
          </a:xfrm>
          <a:prstGeom prst="rect">
            <a:avLst/>
          </a:prstGeom>
          <a:solidFill>
            <a:srgbClr val="332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1D6C14D-4DB6-595A-98CD-92FCDDBF3D1A}"/>
              </a:ext>
            </a:extLst>
          </p:cNvPr>
          <p:cNvGrpSpPr/>
          <p:nvPr/>
        </p:nvGrpSpPr>
        <p:grpSpPr>
          <a:xfrm>
            <a:off x="3602893" y="1398954"/>
            <a:ext cx="4994030" cy="3954584"/>
            <a:chOff x="3602893" y="1398954"/>
            <a:chExt cx="4994030" cy="3954584"/>
          </a:xfrm>
        </p:grpSpPr>
        <p:sp>
          <p:nvSpPr>
            <p:cNvPr id="7" name="フリーフォーム 6">
              <a:extLst>
                <a:ext uri="{FF2B5EF4-FFF2-40B4-BE49-F238E27FC236}">
                  <a16:creationId xmlns:a16="http://schemas.microsoft.com/office/drawing/2014/main" id="{0335A1BC-E53E-D620-7C09-74F9234AF643}"/>
                </a:ext>
              </a:extLst>
            </p:cNvPr>
            <p:cNvSpPr/>
            <p:nvPr/>
          </p:nvSpPr>
          <p:spPr>
            <a:xfrm>
              <a:off x="3602893" y="1398954"/>
              <a:ext cx="4994030" cy="3954584"/>
            </a:xfrm>
            <a:custGeom>
              <a:avLst/>
              <a:gdLst>
                <a:gd name="csX0" fmla="*/ 771054 w 4994030"/>
                <a:gd name="csY0" fmla="*/ 351692 h 3954584"/>
                <a:gd name="csX1" fmla="*/ 351692 w 4994030"/>
                <a:gd name="csY1" fmla="*/ 771054 h 3954584"/>
                <a:gd name="csX2" fmla="*/ 351692 w 4994030"/>
                <a:gd name="csY2" fmla="*/ 3167899 h 3954584"/>
                <a:gd name="csX3" fmla="*/ 771054 w 4994030"/>
                <a:gd name="csY3" fmla="*/ 3587261 h 3954584"/>
                <a:gd name="csX4" fmla="*/ 4215160 w 4994030"/>
                <a:gd name="csY4" fmla="*/ 3587261 h 3954584"/>
                <a:gd name="csX5" fmla="*/ 4634522 w 4994030"/>
                <a:gd name="csY5" fmla="*/ 3167899 h 3954584"/>
                <a:gd name="csX6" fmla="*/ 4634522 w 4994030"/>
                <a:gd name="csY6" fmla="*/ 771054 h 3954584"/>
                <a:gd name="csX7" fmla="*/ 4215160 w 4994030"/>
                <a:gd name="csY7" fmla="*/ 351692 h 3954584"/>
                <a:gd name="csX8" fmla="*/ 760902 w 4994030"/>
                <a:gd name="csY8" fmla="*/ 0 h 3954584"/>
                <a:gd name="csX9" fmla="*/ 4233128 w 4994030"/>
                <a:gd name="csY9" fmla="*/ 0 h 3954584"/>
                <a:gd name="csX10" fmla="*/ 4994030 w 4994030"/>
                <a:gd name="csY10" fmla="*/ 760902 h 3954584"/>
                <a:gd name="csX11" fmla="*/ 4994030 w 4994030"/>
                <a:gd name="csY11" fmla="*/ 3193682 h 3954584"/>
                <a:gd name="csX12" fmla="*/ 4233128 w 4994030"/>
                <a:gd name="csY12" fmla="*/ 3954584 h 3954584"/>
                <a:gd name="csX13" fmla="*/ 760902 w 4994030"/>
                <a:gd name="csY13" fmla="*/ 3954584 h 3954584"/>
                <a:gd name="csX14" fmla="*/ 0 w 4994030"/>
                <a:gd name="csY14" fmla="*/ 3193682 h 3954584"/>
                <a:gd name="csX15" fmla="*/ 0 w 4994030"/>
                <a:gd name="csY15" fmla="*/ 760902 h 3954584"/>
                <a:gd name="csX16" fmla="*/ 760902 w 4994030"/>
                <a:gd name="csY16" fmla="*/ 0 h 3954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994030" h="3954584">
                  <a:moveTo>
                    <a:pt x="771054" y="351692"/>
                  </a:moveTo>
                  <a:cubicBezTo>
                    <a:pt x="539447" y="351692"/>
                    <a:pt x="351692" y="539447"/>
                    <a:pt x="351692" y="771054"/>
                  </a:cubicBezTo>
                  <a:lnTo>
                    <a:pt x="351692" y="3167899"/>
                  </a:lnTo>
                  <a:cubicBezTo>
                    <a:pt x="351692" y="3399506"/>
                    <a:pt x="539447" y="3587261"/>
                    <a:pt x="771054" y="3587261"/>
                  </a:cubicBezTo>
                  <a:lnTo>
                    <a:pt x="4215160" y="3587261"/>
                  </a:lnTo>
                  <a:cubicBezTo>
                    <a:pt x="4446767" y="3587261"/>
                    <a:pt x="4634522" y="3399506"/>
                    <a:pt x="4634522" y="3167899"/>
                  </a:cubicBezTo>
                  <a:lnTo>
                    <a:pt x="4634522" y="771054"/>
                  </a:lnTo>
                  <a:cubicBezTo>
                    <a:pt x="4634522" y="539447"/>
                    <a:pt x="4446767" y="351692"/>
                    <a:pt x="4215160" y="351692"/>
                  </a:cubicBezTo>
                  <a:close/>
                  <a:moveTo>
                    <a:pt x="760902" y="0"/>
                  </a:moveTo>
                  <a:lnTo>
                    <a:pt x="4233128" y="0"/>
                  </a:lnTo>
                  <a:cubicBezTo>
                    <a:pt x="4653363" y="0"/>
                    <a:pt x="4994030" y="340667"/>
                    <a:pt x="4994030" y="760902"/>
                  </a:cubicBezTo>
                  <a:lnTo>
                    <a:pt x="4994030" y="3193682"/>
                  </a:lnTo>
                  <a:cubicBezTo>
                    <a:pt x="4994030" y="3613917"/>
                    <a:pt x="4653363" y="3954584"/>
                    <a:pt x="4233128" y="3954584"/>
                  </a:cubicBezTo>
                  <a:lnTo>
                    <a:pt x="760902" y="3954584"/>
                  </a:lnTo>
                  <a:cubicBezTo>
                    <a:pt x="340667" y="3954584"/>
                    <a:pt x="0" y="3613917"/>
                    <a:pt x="0" y="3193682"/>
                  </a:cubicBezTo>
                  <a:lnTo>
                    <a:pt x="0" y="760902"/>
                  </a:lnTo>
                  <a:cubicBezTo>
                    <a:pt x="0" y="340667"/>
                    <a:pt x="340667" y="0"/>
                    <a:pt x="760902" y="0"/>
                  </a:cubicBezTo>
                  <a:close/>
                </a:path>
              </a:pathLst>
            </a:custGeom>
            <a:solidFill>
              <a:srgbClr val="C1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C819DFF6-2CF2-67BF-AA69-D12609745B1F}"/>
                </a:ext>
              </a:extLst>
            </p:cNvPr>
            <p:cNvSpPr/>
            <p:nvPr/>
          </p:nvSpPr>
          <p:spPr>
            <a:xfrm>
              <a:off x="5416063" y="3946769"/>
              <a:ext cx="1516184" cy="367323"/>
            </a:xfrm>
            <a:prstGeom prst="roundRect">
              <a:avLst>
                <a:gd name="adj" fmla="val 13210"/>
              </a:avLst>
            </a:prstGeom>
            <a:solidFill>
              <a:srgbClr val="C1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44B0EF04-19D6-41C6-8E34-B2CDE8B734E4}"/>
                </a:ext>
              </a:extLst>
            </p:cNvPr>
            <p:cNvGrpSpPr/>
            <p:nvPr/>
          </p:nvGrpSpPr>
          <p:grpSpPr>
            <a:xfrm>
              <a:off x="4264063" y="2235841"/>
              <a:ext cx="1152000" cy="1317760"/>
              <a:chOff x="5192100" y="2043216"/>
              <a:chExt cx="1152000" cy="1317760"/>
            </a:xfrm>
          </p:grpSpPr>
          <p:sp>
            <p:nvSpPr>
              <p:cNvPr id="11" name="角丸四角形 10">
                <a:extLst>
                  <a:ext uri="{FF2B5EF4-FFF2-40B4-BE49-F238E27FC236}">
                    <a16:creationId xmlns:a16="http://schemas.microsoft.com/office/drawing/2014/main" id="{0CA99828-B63F-7B60-2D18-43283409D9AA}"/>
                  </a:ext>
                </a:extLst>
              </p:cNvPr>
              <p:cNvSpPr/>
              <p:nvPr/>
            </p:nvSpPr>
            <p:spPr>
              <a:xfrm rot="2700000">
                <a:off x="5200527" y="2435554"/>
                <a:ext cx="1152000" cy="367323"/>
              </a:xfrm>
              <a:prstGeom prst="roundRect">
                <a:avLst>
                  <a:gd name="adj" fmla="val 13210"/>
                </a:avLst>
              </a:prstGeom>
              <a:solidFill>
                <a:srgbClr val="C1B8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角丸四角形 11">
                <a:extLst>
                  <a:ext uri="{FF2B5EF4-FFF2-40B4-BE49-F238E27FC236}">
                    <a16:creationId xmlns:a16="http://schemas.microsoft.com/office/drawing/2014/main" id="{82E7736E-EDE7-13DE-4B3B-767340A669C3}"/>
                  </a:ext>
                </a:extLst>
              </p:cNvPr>
              <p:cNvSpPr/>
              <p:nvPr/>
            </p:nvSpPr>
            <p:spPr>
              <a:xfrm rot="18900000" flipV="1">
                <a:off x="5192100" y="2993653"/>
                <a:ext cx="1152000" cy="367323"/>
              </a:xfrm>
              <a:prstGeom prst="roundRect">
                <a:avLst>
                  <a:gd name="adj" fmla="val 13210"/>
                </a:avLst>
              </a:prstGeom>
              <a:solidFill>
                <a:srgbClr val="C1B8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A67A212-630E-FE0D-1D50-6E631129D72B}"/>
              </a:ext>
            </a:extLst>
          </p:cNvPr>
          <p:cNvSpPr txBox="1"/>
          <p:nvPr/>
        </p:nvSpPr>
        <p:spPr>
          <a:xfrm>
            <a:off x="925221" y="12444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新アイコン用</a:t>
            </a:r>
          </a:p>
        </p:txBody>
      </p:sp>
    </p:spTree>
    <p:extLst>
      <p:ext uri="{BB962C8B-B14F-4D97-AF65-F5344CB8AC3E}">
        <p14:creationId xmlns:p14="http://schemas.microsoft.com/office/powerpoint/2010/main" val="2568243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B30FA-6A0F-FA24-FAAE-1DBC1C41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1E09E11-6B7B-633B-3CAB-B81604BBEAA6}"/>
              </a:ext>
            </a:extLst>
          </p:cNvPr>
          <p:cNvSpPr/>
          <p:nvPr/>
        </p:nvSpPr>
        <p:spPr>
          <a:xfrm>
            <a:off x="2685000" y="9000"/>
            <a:ext cx="6840000" cy="6840000"/>
          </a:xfrm>
          <a:prstGeom prst="rect">
            <a:avLst/>
          </a:prstGeom>
          <a:solidFill>
            <a:srgbClr val="332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3655C5C2-80BC-1DCB-2B07-93C6FAB45C60}"/>
              </a:ext>
            </a:extLst>
          </p:cNvPr>
          <p:cNvSpPr/>
          <p:nvPr/>
        </p:nvSpPr>
        <p:spPr>
          <a:xfrm rot="5400000">
            <a:off x="4304270" y="1050325"/>
            <a:ext cx="3583460" cy="4633784"/>
          </a:xfrm>
          <a:prstGeom prst="roundRect">
            <a:avLst/>
          </a:prstGeom>
          <a:noFill/>
          <a:ln w="355600">
            <a:solidFill>
              <a:srgbClr val="C0B8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CF87BF4-8544-29FB-B91C-F9A863116AFD}"/>
              </a:ext>
            </a:extLst>
          </p:cNvPr>
          <p:cNvSpPr txBox="1"/>
          <p:nvPr/>
        </p:nvSpPr>
        <p:spPr>
          <a:xfrm>
            <a:off x="3998912" y="1317366"/>
            <a:ext cx="2989921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9900" b="1" dirty="0">
                <a:ln w="127000">
                  <a:solidFill>
                    <a:srgbClr val="C0B8B5"/>
                  </a:solidFill>
                </a:ln>
                <a:solidFill>
                  <a:srgbClr val="C0B8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kumimoji="1" lang="en-US" altLang="ja-JP" sz="19900" b="1" dirty="0">
                <a:ln w="127000">
                  <a:solidFill>
                    <a:srgbClr val="C0B8B5"/>
                  </a:solidFill>
                </a:ln>
                <a:solidFill>
                  <a:srgbClr val="C0B8B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endParaRPr kumimoji="1" lang="ja-JP" altLang="en-US" sz="19900" b="1">
              <a:ln w="127000">
                <a:solidFill>
                  <a:srgbClr val="C0B8B5"/>
                </a:solidFill>
              </a:ln>
              <a:solidFill>
                <a:srgbClr val="C0B8B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947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AB8ED6-1CBB-10E9-3A01-259728945359}"/>
              </a:ext>
            </a:extLst>
          </p:cNvPr>
          <p:cNvSpPr/>
          <p:nvPr/>
        </p:nvSpPr>
        <p:spPr>
          <a:xfrm>
            <a:off x="2685000" y="9000"/>
            <a:ext cx="6840000" cy="6840000"/>
          </a:xfrm>
          <a:prstGeom prst="rect">
            <a:avLst/>
          </a:prstGeom>
          <a:solidFill>
            <a:srgbClr val="E8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ACFC660C-BA1A-C9E0-2663-101E096FB1E3}"/>
              </a:ext>
            </a:extLst>
          </p:cNvPr>
          <p:cNvSpPr/>
          <p:nvPr/>
        </p:nvSpPr>
        <p:spPr>
          <a:xfrm rot="5400000">
            <a:off x="4304270" y="1050325"/>
            <a:ext cx="3583460" cy="4633784"/>
          </a:xfrm>
          <a:prstGeom prst="roundRect">
            <a:avLst/>
          </a:prstGeom>
          <a:noFill/>
          <a:ln w="355600">
            <a:solidFill>
              <a:srgbClr val="6D67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64DC93-1121-BBE3-098E-45797030CB1D}"/>
              </a:ext>
            </a:extLst>
          </p:cNvPr>
          <p:cNvSpPr txBox="1"/>
          <p:nvPr/>
        </p:nvSpPr>
        <p:spPr>
          <a:xfrm>
            <a:off x="3998912" y="1317366"/>
            <a:ext cx="2989921" cy="31547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ja-JP" sz="19900" b="1" dirty="0">
                <a:ln w="127000">
                  <a:solidFill>
                    <a:srgbClr val="6D6766"/>
                  </a:solidFill>
                </a:ln>
                <a:solidFill>
                  <a:srgbClr val="6D67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kumimoji="1" lang="en-US" altLang="ja-JP" sz="19900" b="1" dirty="0">
                <a:ln w="127000">
                  <a:solidFill>
                    <a:srgbClr val="6D6766"/>
                  </a:solidFill>
                </a:ln>
                <a:solidFill>
                  <a:srgbClr val="6D676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endParaRPr kumimoji="1" lang="ja-JP" altLang="en-US" sz="19900" b="1">
              <a:ln w="127000">
                <a:solidFill>
                  <a:srgbClr val="6D6766"/>
                </a:solidFill>
              </a:ln>
              <a:solidFill>
                <a:srgbClr val="6D676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24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EE252-931D-A0E3-77C1-3BCE1CCA7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769448-1891-55DB-621C-81024A9CC425}"/>
              </a:ext>
            </a:extLst>
          </p:cNvPr>
          <p:cNvSpPr/>
          <p:nvPr/>
        </p:nvSpPr>
        <p:spPr>
          <a:xfrm>
            <a:off x="2771922" y="9000"/>
            <a:ext cx="6840000" cy="6840000"/>
          </a:xfrm>
          <a:prstGeom prst="rect">
            <a:avLst/>
          </a:prstGeom>
          <a:solidFill>
            <a:srgbClr val="332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E5E98C5F-0E1E-1DBE-29E1-A0B64996FFC4}"/>
              </a:ext>
            </a:extLst>
          </p:cNvPr>
          <p:cNvGrpSpPr/>
          <p:nvPr/>
        </p:nvGrpSpPr>
        <p:grpSpPr>
          <a:xfrm>
            <a:off x="3814267" y="709561"/>
            <a:ext cx="4435310" cy="5299732"/>
            <a:chOff x="3814267" y="709561"/>
            <a:chExt cx="4435310" cy="5299732"/>
          </a:xfrm>
        </p:grpSpPr>
        <p:sp>
          <p:nvSpPr>
            <p:cNvPr id="2" name="下矢印 1">
              <a:extLst>
                <a:ext uri="{FF2B5EF4-FFF2-40B4-BE49-F238E27FC236}">
                  <a16:creationId xmlns:a16="http://schemas.microsoft.com/office/drawing/2014/main" id="{AA6AFA07-38A6-2101-D3B5-60ABCF6D17B0}"/>
                </a:ext>
              </a:extLst>
            </p:cNvPr>
            <p:cNvSpPr/>
            <p:nvPr/>
          </p:nvSpPr>
          <p:spPr>
            <a:xfrm>
              <a:off x="6191922" y="2547279"/>
              <a:ext cx="879176" cy="1196948"/>
            </a:xfrm>
            <a:prstGeom prst="downArrow">
              <a:avLst/>
            </a:prstGeom>
            <a:solidFill>
              <a:srgbClr val="C0B8B5"/>
            </a:solidFill>
            <a:ln>
              <a:solidFill>
                <a:srgbClr val="C0B8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フリーフォーム 28">
              <a:extLst>
                <a:ext uri="{FF2B5EF4-FFF2-40B4-BE49-F238E27FC236}">
                  <a16:creationId xmlns:a16="http://schemas.microsoft.com/office/drawing/2014/main" id="{774905B0-697F-95D8-FE3A-CCB78991A8DD}"/>
                </a:ext>
              </a:extLst>
            </p:cNvPr>
            <p:cNvSpPr/>
            <p:nvPr/>
          </p:nvSpPr>
          <p:spPr>
            <a:xfrm rot="2957906" flipH="1">
              <a:off x="4475410" y="2265461"/>
              <a:ext cx="1750434" cy="1760585"/>
            </a:xfrm>
            <a:custGeom>
              <a:avLst/>
              <a:gdLst>
                <a:gd name="csX0" fmla="*/ 1575638 w 1750434"/>
                <a:gd name="csY0" fmla="*/ 770591 h 1760585"/>
                <a:gd name="csX1" fmla="*/ 1570275 w 1750434"/>
                <a:gd name="csY1" fmla="*/ 770591 h 1760585"/>
                <a:gd name="csX2" fmla="*/ 1568108 w 1750434"/>
                <a:gd name="csY2" fmla="*/ 768072 h 1760585"/>
                <a:gd name="csX3" fmla="*/ 1565180 w 1750434"/>
                <a:gd name="csY3" fmla="*/ 770591 h 1760585"/>
                <a:gd name="csX4" fmla="*/ 1010181 w 1750434"/>
                <a:gd name="csY4" fmla="*/ 770591 h 1760585"/>
                <a:gd name="csX5" fmla="*/ 992475 w 1750434"/>
                <a:gd name="csY5" fmla="*/ 750006 h 1760585"/>
                <a:gd name="csX6" fmla="*/ 1075648 w 1750434"/>
                <a:gd name="csY6" fmla="*/ 199846 h 1760585"/>
                <a:gd name="csX7" fmla="*/ 1077764 w 1750434"/>
                <a:gd name="csY7" fmla="*/ 198026 h 1760585"/>
                <a:gd name="csX8" fmla="*/ 1076198 w 1750434"/>
                <a:gd name="csY8" fmla="*/ 196206 h 1760585"/>
                <a:gd name="csX9" fmla="*/ 1077000 w 1750434"/>
                <a:gd name="csY9" fmla="*/ 190903 h 1760585"/>
                <a:gd name="csX10" fmla="*/ 1073895 w 1750434"/>
                <a:gd name="csY10" fmla="*/ 193528 h 1760585"/>
                <a:gd name="csX11" fmla="*/ 907425 w 1750434"/>
                <a:gd name="csY11" fmla="*/ 0 h 1760585"/>
                <a:gd name="csX12" fmla="*/ 0 w 1750434"/>
                <a:gd name="csY12" fmla="*/ 780552 h 1760585"/>
                <a:gd name="csX13" fmla="*/ 170338 w 1750434"/>
                <a:gd name="csY13" fmla="*/ 978578 h 1760585"/>
                <a:gd name="csX14" fmla="*/ 170339 w 1750434"/>
                <a:gd name="csY14" fmla="*/ 978578 h 1760585"/>
                <a:gd name="csX15" fmla="*/ 192574 w 1750434"/>
                <a:gd name="csY15" fmla="*/ 1004428 h 1760585"/>
                <a:gd name="csX16" fmla="*/ 749988 w 1750434"/>
                <a:gd name="csY16" fmla="*/ 524950 h 1760585"/>
                <a:gd name="csX17" fmla="*/ 676249 w 1750434"/>
                <a:gd name="csY17" fmla="*/ 1012705 h 1760585"/>
                <a:gd name="csX18" fmla="*/ 672892 w 1750434"/>
                <a:gd name="csY18" fmla="*/ 1015593 h 1760585"/>
                <a:gd name="csX19" fmla="*/ 675376 w 1750434"/>
                <a:gd name="csY19" fmla="*/ 1018481 h 1760585"/>
                <a:gd name="csX20" fmla="*/ 673981 w 1750434"/>
                <a:gd name="csY20" fmla="*/ 1027710 h 1760585"/>
                <a:gd name="csX21" fmla="*/ 679384 w 1750434"/>
                <a:gd name="csY21" fmla="*/ 1023140 h 1760585"/>
                <a:gd name="csX22" fmla="*/ 693315 w 1750434"/>
                <a:gd name="csY22" fmla="*/ 1039336 h 1760585"/>
                <a:gd name="csX23" fmla="*/ 687989 w 1750434"/>
                <a:gd name="csY23" fmla="*/ 1043995 h 1760585"/>
                <a:gd name="csX24" fmla="*/ 1203744 w 1750434"/>
                <a:gd name="csY24" fmla="*/ 1043995 h 1760585"/>
                <a:gd name="csX25" fmla="*/ 642145 w 1750434"/>
                <a:gd name="csY25" fmla="*/ 1527073 h 1760585"/>
                <a:gd name="csX26" fmla="*/ 660683 w 1750434"/>
                <a:gd name="csY26" fmla="*/ 1548624 h 1760585"/>
                <a:gd name="csX27" fmla="*/ 812484 w 1750434"/>
                <a:gd name="csY27" fmla="*/ 1725099 h 1760585"/>
                <a:gd name="csX28" fmla="*/ 843008 w 1750434"/>
                <a:gd name="csY28" fmla="*/ 1760585 h 1760585"/>
                <a:gd name="csX29" fmla="*/ 1750434 w 1750434"/>
                <a:gd name="csY29" fmla="*/ 980033 h 1760585"/>
                <a:gd name="csX30" fmla="*/ 1572578 w 1750434"/>
                <a:gd name="csY30" fmla="*/ 773268 h 17605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1750434" h="1760585">
                  <a:moveTo>
                    <a:pt x="1575638" y="770591"/>
                  </a:moveTo>
                  <a:lnTo>
                    <a:pt x="1570275" y="770591"/>
                  </a:lnTo>
                  <a:lnTo>
                    <a:pt x="1568108" y="768072"/>
                  </a:lnTo>
                  <a:lnTo>
                    <a:pt x="1565180" y="770591"/>
                  </a:lnTo>
                  <a:lnTo>
                    <a:pt x="1010181" y="770591"/>
                  </a:lnTo>
                  <a:lnTo>
                    <a:pt x="992475" y="750006"/>
                  </a:lnTo>
                  <a:lnTo>
                    <a:pt x="1075648" y="199846"/>
                  </a:lnTo>
                  <a:lnTo>
                    <a:pt x="1077764" y="198026"/>
                  </a:lnTo>
                  <a:lnTo>
                    <a:pt x="1076198" y="196206"/>
                  </a:lnTo>
                  <a:lnTo>
                    <a:pt x="1077000" y="190903"/>
                  </a:lnTo>
                  <a:lnTo>
                    <a:pt x="1073895" y="193528"/>
                  </a:lnTo>
                  <a:lnTo>
                    <a:pt x="907425" y="0"/>
                  </a:lnTo>
                  <a:lnTo>
                    <a:pt x="0" y="780552"/>
                  </a:lnTo>
                  <a:lnTo>
                    <a:pt x="170338" y="978578"/>
                  </a:lnTo>
                  <a:lnTo>
                    <a:pt x="170339" y="978578"/>
                  </a:lnTo>
                  <a:lnTo>
                    <a:pt x="192574" y="1004428"/>
                  </a:lnTo>
                  <a:lnTo>
                    <a:pt x="749988" y="524950"/>
                  </a:lnTo>
                  <a:lnTo>
                    <a:pt x="676249" y="1012705"/>
                  </a:lnTo>
                  <a:lnTo>
                    <a:pt x="672892" y="1015593"/>
                  </a:lnTo>
                  <a:lnTo>
                    <a:pt x="675376" y="1018481"/>
                  </a:lnTo>
                  <a:lnTo>
                    <a:pt x="673981" y="1027710"/>
                  </a:lnTo>
                  <a:lnTo>
                    <a:pt x="679384" y="1023140"/>
                  </a:lnTo>
                  <a:lnTo>
                    <a:pt x="693315" y="1039336"/>
                  </a:lnTo>
                  <a:lnTo>
                    <a:pt x="687989" y="1043995"/>
                  </a:lnTo>
                  <a:lnTo>
                    <a:pt x="1203744" y="1043995"/>
                  </a:lnTo>
                  <a:lnTo>
                    <a:pt x="642145" y="1527073"/>
                  </a:lnTo>
                  <a:lnTo>
                    <a:pt x="660683" y="1548624"/>
                  </a:lnTo>
                  <a:lnTo>
                    <a:pt x="812484" y="1725099"/>
                  </a:lnTo>
                  <a:lnTo>
                    <a:pt x="843008" y="1760585"/>
                  </a:lnTo>
                  <a:lnTo>
                    <a:pt x="1750434" y="980033"/>
                  </a:lnTo>
                  <a:lnTo>
                    <a:pt x="1572578" y="773268"/>
                  </a:lnTo>
                  <a:close/>
                </a:path>
              </a:pathLst>
            </a:custGeom>
            <a:solidFill>
              <a:srgbClr val="C1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B5E7B6B2-B0AA-0EFA-81DA-7A6456119E10}"/>
                </a:ext>
              </a:extLst>
            </p:cNvPr>
            <p:cNvGrpSpPr/>
            <p:nvPr/>
          </p:nvGrpSpPr>
          <p:grpSpPr>
            <a:xfrm>
              <a:off x="3814267" y="709561"/>
              <a:ext cx="4435310" cy="5299732"/>
              <a:chOff x="4850605" y="1340709"/>
              <a:chExt cx="4435310" cy="5299732"/>
            </a:xfrm>
          </p:grpSpPr>
          <p:sp>
            <p:nvSpPr>
              <p:cNvPr id="15" name="フリーフォーム 14">
                <a:extLst>
                  <a:ext uri="{FF2B5EF4-FFF2-40B4-BE49-F238E27FC236}">
                    <a16:creationId xmlns:a16="http://schemas.microsoft.com/office/drawing/2014/main" id="{9920E1EB-A10D-00F8-C126-8A4C36817228}"/>
                  </a:ext>
                </a:extLst>
              </p:cNvPr>
              <p:cNvSpPr/>
              <p:nvPr/>
            </p:nvSpPr>
            <p:spPr>
              <a:xfrm>
                <a:off x="7269915" y="4624441"/>
                <a:ext cx="2016000" cy="2016000"/>
              </a:xfrm>
              <a:custGeom>
                <a:avLst/>
                <a:gdLst>
                  <a:gd name="csX0" fmla="*/ 849804 w 2016000"/>
                  <a:gd name="csY0" fmla="*/ 324000 h 2016000"/>
                  <a:gd name="csX1" fmla="*/ 849804 w 2016000"/>
                  <a:gd name="csY1" fmla="*/ 849804 h 2016000"/>
                  <a:gd name="csX2" fmla="*/ 324000 w 2016000"/>
                  <a:gd name="csY2" fmla="*/ 849804 h 2016000"/>
                  <a:gd name="csX3" fmla="*/ 324000 w 2016000"/>
                  <a:gd name="csY3" fmla="*/ 1166196 h 2016000"/>
                  <a:gd name="csX4" fmla="*/ 849804 w 2016000"/>
                  <a:gd name="csY4" fmla="*/ 1166196 h 2016000"/>
                  <a:gd name="csX5" fmla="*/ 849804 w 2016000"/>
                  <a:gd name="csY5" fmla="*/ 1692000 h 2016000"/>
                  <a:gd name="csX6" fmla="*/ 1166196 w 2016000"/>
                  <a:gd name="csY6" fmla="*/ 1692000 h 2016000"/>
                  <a:gd name="csX7" fmla="*/ 1166196 w 2016000"/>
                  <a:gd name="csY7" fmla="*/ 1166196 h 2016000"/>
                  <a:gd name="csX8" fmla="*/ 1692000 w 2016000"/>
                  <a:gd name="csY8" fmla="*/ 1166196 h 2016000"/>
                  <a:gd name="csX9" fmla="*/ 1692000 w 2016000"/>
                  <a:gd name="csY9" fmla="*/ 849804 h 2016000"/>
                  <a:gd name="csX10" fmla="*/ 1166196 w 2016000"/>
                  <a:gd name="csY10" fmla="*/ 849804 h 2016000"/>
                  <a:gd name="csX11" fmla="*/ 1166196 w 2016000"/>
                  <a:gd name="csY11" fmla="*/ 324000 h 2016000"/>
                  <a:gd name="csX12" fmla="*/ 1008000 w 2016000"/>
                  <a:gd name="csY12" fmla="*/ 0 h 2016000"/>
                  <a:gd name="csX13" fmla="*/ 2016000 w 2016000"/>
                  <a:gd name="csY13" fmla="*/ 1008000 h 2016000"/>
                  <a:gd name="csX14" fmla="*/ 1008000 w 2016000"/>
                  <a:gd name="csY14" fmla="*/ 2016000 h 2016000"/>
                  <a:gd name="csX15" fmla="*/ 0 w 2016000"/>
                  <a:gd name="csY15" fmla="*/ 1008000 h 2016000"/>
                  <a:gd name="csX16" fmla="*/ 1008000 w 2016000"/>
                  <a:gd name="csY16" fmla="*/ 0 h 2016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016000" h="2016000">
                    <a:moveTo>
                      <a:pt x="849804" y="324000"/>
                    </a:moveTo>
                    <a:lnTo>
                      <a:pt x="849804" y="849804"/>
                    </a:lnTo>
                    <a:lnTo>
                      <a:pt x="324000" y="849804"/>
                    </a:lnTo>
                    <a:lnTo>
                      <a:pt x="324000" y="1166196"/>
                    </a:lnTo>
                    <a:lnTo>
                      <a:pt x="849804" y="1166196"/>
                    </a:lnTo>
                    <a:lnTo>
                      <a:pt x="849804" y="1692000"/>
                    </a:lnTo>
                    <a:lnTo>
                      <a:pt x="1166196" y="1692000"/>
                    </a:lnTo>
                    <a:lnTo>
                      <a:pt x="1166196" y="1166196"/>
                    </a:lnTo>
                    <a:lnTo>
                      <a:pt x="1692000" y="1166196"/>
                    </a:lnTo>
                    <a:lnTo>
                      <a:pt x="1692000" y="849804"/>
                    </a:lnTo>
                    <a:lnTo>
                      <a:pt x="1166196" y="849804"/>
                    </a:lnTo>
                    <a:lnTo>
                      <a:pt x="1166196" y="324000"/>
                    </a:lnTo>
                    <a:close/>
                    <a:moveTo>
                      <a:pt x="1008000" y="0"/>
                    </a:moveTo>
                    <a:cubicBezTo>
                      <a:pt x="1564703" y="0"/>
                      <a:pt x="2016000" y="451297"/>
                      <a:pt x="2016000" y="1008000"/>
                    </a:cubicBezTo>
                    <a:cubicBezTo>
                      <a:pt x="2016000" y="1564703"/>
                      <a:pt x="1564703" y="2016000"/>
                      <a:pt x="1008000" y="2016000"/>
                    </a:cubicBezTo>
                    <a:cubicBezTo>
                      <a:pt x="451297" y="2016000"/>
                      <a:pt x="0" y="1564703"/>
                      <a:pt x="0" y="1008000"/>
                    </a:cubicBezTo>
                    <a:cubicBezTo>
                      <a:pt x="0" y="451297"/>
                      <a:pt x="451297" y="0"/>
                      <a:pt x="1008000" y="0"/>
                    </a:cubicBezTo>
                    <a:close/>
                  </a:path>
                </a:pathLst>
              </a:custGeom>
              <a:solidFill>
                <a:srgbClr val="C0B8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フリーフォーム 18">
                <a:extLst>
                  <a:ext uri="{FF2B5EF4-FFF2-40B4-BE49-F238E27FC236}">
                    <a16:creationId xmlns:a16="http://schemas.microsoft.com/office/drawing/2014/main" id="{A37D6CC1-2777-DBCE-BC8B-1E7894BF0F8C}"/>
                  </a:ext>
                </a:extLst>
              </p:cNvPr>
              <p:cNvSpPr/>
              <p:nvPr/>
            </p:nvSpPr>
            <p:spPr>
              <a:xfrm>
                <a:off x="4850605" y="1340709"/>
                <a:ext cx="3945071" cy="4984380"/>
              </a:xfrm>
              <a:custGeom>
                <a:avLst/>
                <a:gdLst>
                  <a:gd name="csX0" fmla="*/ 3584085 w 3945071"/>
                  <a:gd name="csY0" fmla="*/ 4450126 h 4984380"/>
                  <a:gd name="csX1" fmla="*/ 3936057 w 3945071"/>
                  <a:gd name="csY1" fmla="*/ 4450126 h 4984380"/>
                  <a:gd name="csX2" fmla="*/ 3932400 w 3945071"/>
                  <a:gd name="csY2" fmla="*/ 4486397 h 4984380"/>
                  <a:gd name="csX3" fmla="*/ 3670099 w 3945071"/>
                  <a:gd name="csY3" fmla="*/ 4877866 h 4984380"/>
                  <a:gd name="csX4" fmla="*/ 3584085 w 3945071"/>
                  <a:gd name="csY4" fmla="*/ 4924553 h 4984380"/>
                  <a:gd name="csX5" fmla="*/ 623676 w 3945071"/>
                  <a:gd name="csY5" fmla="*/ 0 h 4984380"/>
                  <a:gd name="csX6" fmla="*/ 3321395 w 3945071"/>
                  <a:gd name="csY6" fmla="*/ 0 h 4984380"/>
                  <a:gd name="csX7" fmla="*/ 3945071 w 3945071"/>
                  <a:gd name="csY7" fmla="*/ 623676 h 4984380"/>
                  <a:gd name="csX8" fmla="*/ 3945071 w 3945071"/>
                  <a:gd name="csY8" fmla="*/ 4133734 h 4984380"/>
                  <a:gd name="csX9" fmla="*/ 3584588 w 3945071"/>
                  <a:gd name="csY9" fmla="*/ 4133734 h 4984380"/>
                  <a:gd name="csX10" fmla="*/ 3584588 w 3945071"/>
                  <a:gd name="csY10" fmla="*/ 724682 h 4984380"/>
                  <a:gd name="csX11" fmla="*/ 3224359 w 3945071"/>
                  <a:gd name="csY11" fmla="*/ 364453 h 4984380"/>
                  <a:gd name="csX12" fmla="*/ 720711 w 3945071"/>
                  <a:gd name="csY12" fmla="*/ 364453 h 4984380"/>
                  <a:gd name="csX13" fmla="*/ 360482 w 3945071"/>
                  <a:gd name="csY13" fmla="*/ 724682 h 4984380"/>
                  <a:gd name="csX14" fmla="*/ 360482 w 3945071"/>
                  <a:gd name="csY14" fmla="*/ 4259698 h 4984380"/>
                  <a:gd name="csX15" fmla="*/ 720711 w 3945071"/>
                  <a:gd name="csY15" fmla="*/ 4619927 h 4984380"/>
                  <a:gd name="csX16" fmla="*/ 3224359 w 3945071"/>
                  <a:gd name="csY16" fmla="*/ 4619927 h 4984380"/>
                  <a:gd name="csX17" fmla="*/ 3267693 w 3945071"/>
                  <a:gd name="csY17" fmla="*/ 4615559 h 4984380"/>
                  <a:gd name="csX18" fmla="*/ 3267693 w 3945071"/>
                  <a:gd name="csY18" fmla="*/ 4975930 h 4984380"/>
                  <a:gd name="csX19" fmla="*/ 3405218 w 3945071"/>
                  <a:gd name="csY19" fmla="*/ 4975930 h 4984380"/>
                  <a:gd name="csX20" fmla="*/ 3321395 w 3945071"/>
                  <a:gd name="csY20" fmla="*/ 4984380 h 4984380"/>
                  <a:gd name="csX21" fmla="*/ 623676 w 3945071"/>
                  <a:gd name="csY21" fmla="*/ 4984380 h 4984380"/>
                  <a:gd name="csX22" fmla="*/ 0 w 3945071"/>
                  <a:gd name="csY22" fmla="*/ 4360704 h 4984380"/>
                  <a:gd name="csX23" fmla="*/ 0 w 3945071"/>
                  <a:gd name="csY23" fmla="*/ 623676 h 4984380"/>
                  <a:gd name="csX24" fmla="*/ 623676 w 3945071"/>
                  <a:gd name="csY24" fmla="*/ 0 h 4984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3945071" h="4984380">
                    <a:moveTo>
                      <a:pt x="3584085" y="4450126"/>
                    </a:moveTo>
                    <a:lnTo>
                      <a:pt x="3936057" y="4450126"/>
                    </a:lnTo>
                    <a:lnTo>
                      <a:pt x="3932400" y="4486397"/>
                    </a:lnTo>
                    <a:cubicBezTo>
                      <a:pt x="3899169" y="4648796"/>
                      <a:pt x="3802818" y="4788203"/>
                      <a:pt x="3670099" y="4877866"/>
                    </a:cubicBezTo>
                    <a:lnTo>
                      <a:pt x="3584085" y="4924553"/>
                    </a:lnTo>
                    <a:close/>
                    <a:moveTo>
                      <a:pt x="623676" y="0"/>
                    </a:moveTo>
                    <a:lnTo>
                      <a:pt x="3321395" y="0"/>
                    </a:lnTo>
                    <a:cubicBezTo>
                      <a:pt x="3665842" y="0"/>
                      <a:pt x="3945071" y="279229"/>
                      <a:pt x="3945071" y="623676"/>
                    </a:cubicBezTo>
                    <a:lnTo>
                      <a:pt x="3945071" y="4133734"/>
                    </a:lnTo>
                    <a:lnTo>
                      <a:pt x="3584588" y="4133734"/>
                    </a:lnTo>
                    <a:lnTo>
                      <a:pt x="3584588" y="724682"/>
                    </a:lnTo>
                    <a:cubicBezTo>
                      <a:pt x="3584588" y="525733"/>
                      <a:pt x="3423308" y="364453"/>
                      <a:pt x="3224359" y="364453"/>
                    </a:cubicBezTo>
                    <a:lnTo>
                      <a:pt x="720711" y="364453"/>
                    </a:lnTo>
                    <a:cubicBezTo>
                      <a:pt x="521762" y="364453"/>
                      <a:pt x="360482" y="525733"/>
                      <a:pt x="360482" y="724682"/>
                    </a:cubicBezTo>
                    <a:lnTo>
                      <a:pt x="360482" y="4259698"/>
                    </a:lnTo>
                    <a:cubicBezTo>
                      <a:pt x="360482" y="4458647"/>
                      <a:pt x="521762" y="4619927"/>
                      <a:pt x="720711" y="4619927"/>
                    </a:cubicBezTo>
                    <a:lnTo>
                      <a:pt x="3224359" y="4619927"/>
                    </a:lnTo>
                    <a:lnTo>
                      <a:pt x="3267693" y="4615559"/>
                    </a:lnTo>
                    <a:lnTo>
                      <a:pt x="3267693" y="4975930"/>
                    </a:lnTo>
                    <a:lnTo>
                      <a:pt x="3405218" y="4975930"/>
                    </a:lnTo>
                    <a:lnTo>
                      <a:pt x="3321395" y="4984380"/>
                    </a:lnTo>
                    <a:lnTo>
                      <a:pt x="623676" y="4984380"/>
                    </a:lnTo>
                    <a:cubicBezTo>
                      <a:pt x="279229" y="4984380"/>
                      <a:pt x="0" y="4705151"/>
                      <a:pt x="0" y="4360704"/>
                    </a:cubicBezTo>
                    <a:lnTo>
                      <a:pt x="0" y="623676"/>
                    </a:lnTo>
                    <a:cubicBezTo>
                      <a:pt x="0" y="279229"/>
                      <a:pt x="279229" y="0"/>
                      <a:pt x="623676" y="0"/>
                    </a:cubicBezTo>
                    <a:close/>
                  </a:path>
                </a:pathLst>
              </a:custGeom>
              <a:solidFill>
                <a:srgbClr val="C1B8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60E11CD9-EA2C-3AB5-F86E-EC218E8AD50F}"/>
                </a:ext>
              </a:extLst>
            </p:cNvPr>
            <p:cNvSpPr/>
            <p:nvPr/>
          </p:nvSpPr>
          <p:spPr>
            <a:xfrm>
              <a:off x="4704272" y="1653204"/>
              <a:ext cx="2165060" cy="375049"/>
            </a:xfrm>
            <a:prstGeom prst="rect">
              <a:avLst/>
            </a:prstGeom>
            <a:solidFill>
              <a:srgbClr val="C1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418B3CB8-2844-630D-E55B-9E51B196C0E0}"/>
                </a:ext>
              </a:extLst>
            </p:cNvPr>
            <p:cNvSpPr/>
            <p:nvPr/>
          </p:nvSpPr>
          <p:spPr>
            <a:xfrm>
              <a:off x="4695203" y="4223409"/>
              <a:ext cx="2165060" cy="375049"/>
            </a:xfrm>
            <a:prstGeom prst="rect">
              <a:avLst/>
            </a:prstGeom>
            <a:solidFill>
              <a:srgbClr val="C1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073AB61-F529-6700-4526-3993A1E22DCA}"/>
              </a:ext>
            </a:extLst>
          </p:cNvPr>
          <p:cNvSpPr txBox="1"/>
          <p:nvPr/>
        </p:nvSpPr>
        <p:spPr>
          <a:xfrm>
            <a:off x="925221" y="12444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新アイコン用</a:t>
            </a:r>
          </a:p>
        </p:txBody>
      </p:sp>
    </p:spTree>
    <p:extLst>
      <p:ext uri="{BB962C8B-B14F-4D97-AF65-F5344CB8AC3E}">
        <p14:creationId xmlns:p14="http://schemas.microsoft.com/office/powerpoint/2010/main" val="3426671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1881-449C-4055-F36B-66657C24A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A8B8E31-1711-CE46-CD1A-DD6B5F3B8B00}"/>
              </a:ext>
            </a:extLst>
          </p:cNvPr>
          <p:cNvSpPr/>
          <p:nvPr/>
        </p:nvSpPr>
        <p:spPr>
          <a:xfrm>
            <a:off x="2685000" y="9000"/>
            <a:ext cx="6840000" cy="6840000"/>
          </a:xfrm>
          <a:prstGeom prst="rect">
            <a:avLst/>
          </a:prstGeom>
          <a:solidFill>
            <a:srgbClr val="332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23E4D432-C41A-961F-52D6-4DC0E788A045}"/>
              </a:ext>
            </a:extLst>
          </p:cNvPr>
          <p:cNvSpPr/>
          <p:nvPr/>
        </p:nvSpPr>
        <p:spPr>
          <a:xfrm>
            <a:off x="6233577" y="3992139"/>
            <a:ext cx="2016000" cy="2016000"/>
          </a:xfrm>
          <a:prstGeom prst="ellipse">
            <a:avLst/>
          </a:prstGeom>
          <a:solidFill>
            <a:srgbClr val="C0B8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2E8E9B5C-76AE-7334-3F84-3DC5159C7605}"/>
              </a:ext>
            </a:extLst>
          </p:cNvPr>
          <p:cNvGrpSpPr/>
          <p:nvPr/>
        </p:nvGrpSpPr>
        <p:grpSpPr>
          <a:xfrm>
            <a:off x="3993308" y="883507"/>
            <a:ext cx="3583460" cy="4633784"/>
            <a:chOff x="4300151" y="1099751"/>
            <a:chExt cx="3583460" cy="4633784"/>
          </a:xfrm>
        </p:grpSpPr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6E6164B1-48DC-4CBF-6A76-9632B3032488}"/>
                </a:ext>
              </a:extLst>
            </p:cNvPr>
            <p:cNvSpPr/>
            <p:nvPr/>
          </p:nvSpPr>
          <p:spPr>
            <a:xfrm>
              <a:off x="4300151" y="1099751"/>
              <a:ext cx="3583460" cy="4633784"/>
            </a:xfrm>
            <a:prstGeom prst="roundRect">
              <a:avLst/>
            </a:prstGeom>
            <a:noFill/>
            <a:ln w="355600">
              <a:solidFill>
                <a:srgbClr val="C0B8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AA40490D-6D02-D4AD-8EE5-68933C297AF3}"/>
                </a:ext>
              </a:extLst>
            </p:cNvPr>
            <p:cNvGrpSpPr/>
            <p:nvPr/>
          </p:nvGrpSpPr>
          <p:grpSpPr>
            <a:xfrm>
              <a:off x="5009351" y="2131541"/>
              <a:ext cx="2165060" cy="2570205"/>
              <a:chOff x="5002791" y="2298357"/>
              <a:chExt cx="2165060" cy="2570205"/>
            </a:xfrm>
          </p:grpSpPr>
          <p:cxnSp>
            <p:nvCxnSpPr>
              <p:cNvPr id="12" name="直線コネクタ 11">
                <a:extLst>
                  <a:ext uri="{FF2B5EF4-FFF2-40B4-BE49-F238E27FC236}">
                    <a16:creationId xmlns:a16="http://schemas.microsoft.com/office/drawing/2014/main" id="{96EC1D16-2E0F-A0E6-8281-34176642CB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2791" y="2298357"/>
                <a:ext cx="2165060" cy="0"/>
              </a:xfrm>
              <a:prstGeom prst="line">
                <a:avLst/>
              </a:prstGeom>
              <a:ln w="355600">
                <a:solidFill>
                  <a:srgbClr val="C0B8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3FDCAC85-FAFD-5689-C363-6EEC89DCDD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2791" y="4868562"/>
                <a:ext cx="2165060" cy="0"/>
              </a:xfrm>
              <a:prstGeom prst="line">
                <a:avLst/>
              </a:prstGeom>
              <a:ln w="355600">
                <a:solidFill>
                  <a:srgbClr val="C0B8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十字形 9">
            <a:extLst>
              <a:ext uri="{FF2B5EF4-FFF2-40B4-BE49-F238E27FC236}">
                <a16:creationId xmlns:a16="http://schemas.microsoft.com/office/drawing/2014/main" id="{70AA2941-85BF-174A-8965-459E9B5CBEC0}"/>
              </a:ext>
            </a:extLst>
          </p:cNvPr>
          <p:cNvSpPr/>
          <p:nvPr/>
        </p:nvSpPr>
        <p:spPr>
          <a:xfrm>
            <a:off x="6554391" y="4316139"/>
            <a:ext cx="1368000" cy="1368000"/>
          </a:xfrm>
          <a:prstGeom prst="plus">
            <a:avLst>
              <a:gd name="adj" fmla="val 38436"/>
            </a:avLst>
          </a:prstGeom>
          <a:solidFill>
            <a:srgbClr val="332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下矢印 1">
            <a:extLst>
              <a:ext uri="{FF2B5EF4-FFF2-40B4-BE49-F238E27FC236}">
                <a16:creationId xmlns:a16="http://schemas.microsoft.com/office/drawing/2014/main" id="{700466ED-C54C-0ABD-723D-60F0AE68DD2A}"/>
              </a:ext>
            </a:extLst>
          </p:cNvPr>
          <p:cNvSpPr/>
          <p:nvPr/>
        </p:nvSpPr>
        <p:spPr>
          <a:xfrm>
            <a:off x="6191922" y="2547279"/>
            <a:ext cx="879176" cy="1196948"/>
          </a:xfrm>
          <a:prstGeom prst="downArrow">
            <a:avLst/>
          </a:prstGeom>
          <a:solidFill>
            <a:srgbClr val="C0B8B5"/>
          </a:solidFill>
          <a:ln>
            <a:solidFill>
              <a:srgbClr val="C0B8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E6591F7-51BC-8E25-BB9A-4EC8166A4B7F}"/>
              </a:ext>
            </a:extLst>
          </p:cNvPr>
          <p:cNvSpPr txBox="1"/>
          <p:nvPr/>
        </p:nvSpPr>
        <p:spPr>
          <a:xfrm>
            <a:off x="4483720" y="2021599"/>
            <a:ext cx="175080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800" b="1" dirty="0">
                <a:solidFill>
                  <a:srgbClr val="C0B8B5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M</a:t>
            </a:r>
            <a:endParaRPr kumimoji="1" lang="ja-JP" altLang="en-US" sz="13800" b="1">
              <a:solidFill>
                <a:srgbClr val="C0B8B5"/>
              </a:solidFill>
              <a:latin typeface="Gill Sans MT" panose="020B05020201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257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6082-45CC-C7F9-79C0-DD8992025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17FF114-DFD9-EFE7-9301-06611FC777F7}"/>
              </a:ext>
            </a:extLst>
          </p:cNvPr>
          <p:cNvGrpSpPr/>
          <p:nvPr/>
        </p:nvGrpSpPr>
        <p:grpSpPr>
          <a:xfrm>
            <a:off x="2676000" y="0"/>
            <a:ext cx="6840000" cy="6840000"/>
            <a:chOff x="2685000" y="9000"/>
            <a:chExt cx="6840000" cy="684000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F1E8D57F-0B2C-86D4-98CF-D0C20D368693}"/>
                </a:ext>
              </a:extLst>
            </p:cNvPr>
            <p:cNvSpPr/>
            <p:nvPr/>
          </p:nvSpPr>
          <p:spPr>
            <a:xfrm>
              <a:off x="2685000" y="9000"/>
              <a:ext cx="6840000" cy="6840000"/>
            </a:xfrm>
            <a:prstGeom prst="rect">
              <a:avLst/>
            </a:prstGeom>
            <a:solidFill>
              <a:srgbClr val="E8E5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DE942060-011F-5698-A6B7-58E4114AB368}"/>
                </a:ext>
              </a:extLst>
            </p:cNvPr>
            <p:cNvGrpSpPr/>
            <p:nvPr/>
          </p:nvGrpSpPr>
          <p:grpSpPr>
            <a:xfrm>
              <a:off x="3993308" y="883507"/>
              <a:ext cx="4256269" cy="5124632"/>
              <a:chOff x="4300151" y="1099751"/>
              <a:chExt cx="4256269" cy="5124632"/>
            </a:xfrm>
          </p:grpSpPr>
          <p:sp>
            <p:nvSpPr>
              <p:cNvPr id="9" name="円/楕円 8">
                <a:extLst>
                  <a:ext uri="{FF2B5EF4-FFF2-40B4-BE49-F238E27FC236}">
                    <a16:creationId xmlns:a16="http://schemas.microsoft.com/office/drawing/2014/main" id="{6A463877-CF12-EC4A-4102-D06D669184F3}"/>
                  </a:ext>
                </a:extLst>
              </p:cNvPr>
              <p:cNvSpPr/>
              <p:nvPr/>
            </p:nvSpPr>
            <p:spPr>
              <a:xfrm>
                <a:off x="6540420" y="4208383"/>
                <a:ext cx="2016000" cy="2016000"/>
              </a:xfrm>
              <a:prstGeom prst="ellipse">
                <a:avLst/>
              </a:prstGeom>
              <a:solidFill>
                <a:srgbClr val="6D67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8" name="グループ化 17">
                <a:extLst>
                  <a:ext uri="{FF2B5EF4-FFF2-40B4-BE49-F238E27FC236}">
                    <a16:creationId xmlns:a16="http://schemas.microsoft.com/office/drawing/2014/main" id="{B79EB0B6-8A3A-E663-D0A0-84E8DC5D0A91}"/>
                  </a:ext>
                </a:extLst>
              </p:cNvPr>
              <p:cNvGrpSpPr/>
              <p:nvPr/>
            </p:nvGrpSpPr>
            <p:grpSpPr>
              <a:xfrm>
                <a:off x="4300151" y="1099751"/>
                <a:ext cx="3583460" cy="4633784"/>
                <a:chOff x="4300151" y="1099751"/>
                <a:chExt cx="3583460" cy="4633784"/>
              </a:xfrm>
            </p:grpSpPr>
            <p:sp>
              <p:nvSpPr>
                <p:cNvPr id="8" name="角丸四角形 7">
                  <a:extLst>
                    <a:ext uri="{FF2B5EF4-FFF2-40B4-BE49-F238E27FC236}">
                      <a16:creationId xmlns:a16="http://schemas.microsoft.com/office/drawing/2014/main" id="{A971C3D6-9167-A355-E52F-D2B197F26130}"/>
                    </a:ext>
                  </a:extLst>
                </p:cNvPr>
                <p:cNvSpPr/>
                <p:nvPr/>
              </p:nvSpPr>
              <p:spPr>
                <a:xfrm>
                  <a:off x="4300151" y="1099751"/>
                  <a:ext cx="3583460" cy="4633784"/>
                </a:xfrm>
                <a:prstGeom prst="roundRect">
                  <a:avLst/>
                </a:prstGeom>
                <a:noFill/>
                <a:ln w="355600">
                  <a:solidFill>
                    <a:srgbClr val="6D676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17" name="グループ化 16">
                  <a:extLst>
                    <a:ext uri="{FF2B5EF4-FFF2-40B4-BE49-F238E27FC236}">
                      <a16:creationId xmlns:a16="http://schemas.microsoft.com/office/drawing/2014/main" id="{D5B7F18E-0509-6928-6AD2-7BB045768A72}"/>
                    </a:ext>
                  </a:extLst>
                </p:cNvPr>
                <p:cNvGrpSpPr/>
                <p:nvPr/>
              </p:nvGrpSpPr>
              <p:grpSpPr>
                <a:xfrm>
                  <a:off x="5009351" y="2131541"/>
                  <a:ext cx="2165060" cy="2570205"/>
                  <a:chOff x="5002791" y="2298357"/>
                  <a:chExt cx="2165060" cy="2570205"/>
                </a:xfrm>
              </p:grpSpPr>
              <p:cxnSp>
                <p:nvCxnSpPr>
                  <p:cNvPr id="12" name="直線コネクタ 11">
                    <a:extLst>
                      <a:ext uri="{FF2B5EF4-FFF2-40B4-BE49-F238E27FC236}">
                        <a16:creationId xmlns:a16="http://schemas.microsoft.com/office/drawing/2014/main" id="{2B447944-E93D-D8E9-60FF-FC338DA7CA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02791" y="2298357"/>
                    <a:ext cx="2165060" cy="0"/>
                  </a:xfrm>
                  <a:prstGeom prst="line">
                    <a:avLst/>
                  </a:prstGeom>
                  <a:ln w="355600">
                    <a:solidFill>
                      <a:srgbClr val="6D67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線コネクタ 15">
                    <a:extLst>
                      <a:ext uri="{FF2B5EF4-FFF2-40B4-BE49-F238E27FC236}">
                        <a16:creationId xmlns:a16="http://schemas.microsoft.com/office/drawing/2014/main" id="{D7C08F0D-8431-8E97-F92F-F1FB5298C0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02791" y="4868562"/>
                    <a:ext cx="2165060" cy="0"/>
                  </a:xfrm>
                  <a:prstGeom prst="line">
                    <a:avLst/>
                  </a:prstGeom>
                  <a:ln w="355600">
                    <a:solidFill>
                      <a:srgbClr val="6D6766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0" name="十字形 9">
                <a:extLst>
                  <a:ext uri="{FF2B5EF4-FFF2-40B4-BE49-F238E27FC236}">
                    <a16:creationId xmlns:a16="http://schemas.microsoft.com/office/drawing/2014/main" id="{E5FF31BD-4B70-AA32-8C47-40A3E67571B5}"/>
                  </a:ext>
                </a:extLst>
              </p:cNvPr>
              <p:cNvSpPr/>
              <p:nvPr/>
            </p:nvSpPr>
            <p:spPr>
              <a:xfrm>
                <a:off x="6861234" y="4532383"/>
                <a:ext cx="1368000" cy="1368000"/>
              </a:xfrm>
              <a:prstGeom prst="plus">
                <a:avLst>
                  <a:gd name="adj" fmla="val 38436"/>
                </a:avLst>
              </a:prstGeom>
              <a:solidFill>
                <a:srgbClr val="E8E5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2" name="下矢印 1">
            <a:extLst>
              <a:ext uri="{FF2B5EF4-FFF2-40B4-BE49-F238E27FC236}">
                <a16:creationId xmlns:a16="http://schemas.microsoft.com/office/drawing/2014/main" id="{667353A2-8E2A-D325-21D8-8E6F2138CF80}"/>
              </a:ext>
            </a:extLst>
          </p:cNvPr>
          <p:cNvSpPr/>
          <p:nvPr/>
        </p:nvSpPr>
        <p:spPr>
          <a:xfrm>
            <a:off x="6191922" y="2547279"/>
            <a:ext cx="879176" cy="1224000"/>
          </a:xfrm>
          <a:prstGeom prst="downArrow">
            <a:avLst/>
          </a:prstGeom>
          <a:solidFill>
            <a:srgbClr val="6D6766"/>
          </a:solidFill>
          <a:ln>
            <a:solidFill>
              <a:srgbClr val="6D67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6D6766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1131004-D37A-53F3-7F14-EB24B7209AB6}"/>
              </a:ext>
            </a:extLst>
          </p:cNvPr>
          <p:cNvSpPr txBox="1"/>
          <p:nvPr/>
        </p:nvSpPr>
        <p:spPr>
          <a:xfrm>
            <a:off x="4483720" y="2021599"/>
            <a:ext cx="1750800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3800" b="1" dirty="0">
                <a:solidFill>
                  <a:srgbClr val="6D6766"/>
                </a:solidFill>
                <a:latin typeface="Gill Sans MT" panose="020B0502020104020203" pitchFamily="34" charset="0"/>
                <a:cs typeface="Arial" panose="020B0604020202020204" pitchFamily="34" charset="0"/>
              </a:rPr>
              <a:t>M</a:t>
            </a:r>
            <a:endParaRPr kumimoji="1" lang="ja-JP" altLang="en-US" sz="13800" b="1">
              <a:solidFill>
                <a:srgbClr val="6D6766"/>
              </a:solidFill>
              <a:latin typeface="Gill Sans MT" panose="020B05020201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196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B8F1-9764-A9AB-3BEA-56E188F2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143CCE3-39BD-4B5F-150D-60279E2BAAE2}"/>
              </a:ext>
            </a:extLst>
          </p:cNvPr>
          <p:cNvSpPr/>
          <p:nvPr/>
        </p:nvSpPr>
        <p:spPr>
          <a:xfrm>
            <a:off x="2676000" y="0"/>
            <a:ext cx="6840000" cy="6840000"/>
          </a:xfrm>
          <a:prstGeom prst="rect">
            <a:avLst/>
          </a:prstGeom>
          <a:solidFill>
            <a:srgbClr val="332826"/>
          </a:solidFill>
          <a:ln>
            <a:solidFill>
              <a:srgbClr val="3328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3A064CB-CC3B-D62C-0D2E-732A58AE9292}"/>
              </a:ext>
            </a:extLst>
          </p:cNvPr>
          <p:cNvGrpSpPr/>
          <p:nvPr/>
        </p:nvGrpSpPr>
        <p:grpSpPr>
          <a:xfrm>
            <a:off x="3845772" y="931777"/>
            <a:ext cx="4500456" cy="4976445"/>
            <a:chOff x="3562390" y="931777"/>
            <a:chExt cx="4500456" cy="4976445"/>
          </a:xfrm>
        </p:grpSpPr>
        <p:sp>
          <p:nvSpPr>
            <p:cNvPr id="10" name="フリーフォーム 9">
              <a:extLst>
                <a:ext uri="{FF2B5EF4-FFF2-40B4-BE49-F238E27FC236}">
                  <a16:creationId xmlns:a16="http://schemas.microsoft.com/office/drawing/2014/main" id="{48BE11E1-CB5B-5767-DCF7-8CDD684847FB}"/>
                </a:ext>
              </a:extLst>
            </p:cNvPr>
            <p:cNvSpPr/>
            <p:nvPr/>
          </p:nvSpPr>
          <p:spPr>
            <a:xfrm>
              <a:off x="3562390" y="2644062"/>
              <a:ext cx="3889270" cy="2215992"/>
            </a:xfrm>
            <a:custGeom>
              <a:avLst/>
              <a:gdLst/>
              <a:ahLst/>
              <a:cxnLst/>
              <a:rect l="l" t="t" r="r" b="b"/>
              <a:pathLst>
                <a:path w="3889270" h="2215992">
                  <a:moveTo>
                    <a:pt x="2518331" y="706681"/>
                  </a:moveTo>
                  <a:lnTo>
                    <a:pt x="2640705" y="706681"/>
                  </a:lnTo>
                  <a:cubicBezTo>
                    <a:pt x="2731985" y="706681"/>
                    <a:pt x="2792745" y="709534"/>
                    <a:pt x="2822982" y="715239"/>
                  </a:cubicBezTo>
                  <a:cubicBezTo>
                    <a:pt x="2864058" y="722656"/>
                    <a:pt x="2898003" y="741197"/>
                    <a:pt x="2924817" y="770864"/>
                  </a:cubicBezTo>
                  <a:cubicBezTo>
                    <a:pt x="2951631" y="800530"/>
                    <a:pt x="2965038" y="838184"/>
                    <a:pt x="2965038" y="883824"/>
                  </a:cubicBezTo>
                  <a:cubicBezTo>
                    <a:pt x="2965038" y="920907"/>
                    <a:pt x="2955482" y="953426"/>
                    <a:pt x="2936370" y="981381"/>
                  </a:cubicBezTo>
                  <a:cubicBezTo>
                    <a:pt x="2917258" y="1009336"/>
                    <a:pt x="2890872" y="1029874"/>
                    <a:pt x="2857212" y="1042996"/>
                  </a:cubicBezTo>
                  <a:cubicBezTo>
                    <a:pt x="2823552" y="1056117"/>
                    <a:pt x="2756803" y="1062678"/>
                    <a:pt x="2656964" y="1062678"/>
                  </a:cubicBezTo>
                  <a:lnTo>
                    <a:pt x="2518331" y="1062678"/>
                  </a:lnTo>
                  <a:close/>
                  <a:moveTo>
                    <a:pt x="2265025" y="494452"/>
                  </a:moveTo>
                  <a:lnTo>
                    <a:pt x="2265025" y="1748999"/>
                  </a:lnTo>
                  <a:lnTo>
                    <a:pt x="2518331" y="1748999"/>
                  </a:lnTo>
                  <a:lnTo>
                    <a:pt x="2518331" y="1275763"/>
                  </a:lnTo>
                  <a:lnTo>
                    <a:pt x="2683493" y="1275763"/>
                  </a:lnTo>
                  <a:cubicBezTo>
                    <a:pt x="2798165" y="1275763"/>
                    <a:pt x="2885737" y="1269773"/>
                    <a:pt x="2946211" y="1257792"/>
                  </a:cubicBezTo>
                  <a:cubicBezTo>
                    <a:pt x="2990711" y="1248093"/>
                    <a:pt x="3034497" y="1228268"/>
                    <a:pt x="3077571" y="1198317"/>
                  </a:cubicBezTo>
                  <a:cubicBezTo>
                    <a:pt x="3120644" y="1168365"/>
                    <a:pt x="3156158" y="1127146"/>
                    <a:pt x="3184113" y="1074659"/>
                  </a:cubicBezTo>
                  <a:cubicBezTo>
                    <a:pt x="3212068" y="1022172"/>
                    <a:pt x="3226045" y="957420"/>
                    <a:pt x="3226045" y="880401"/>
                  </a:cubicBezTo>
                  <a:cubicBezTo>
                    <a:pt x="3226045" y="780562"/>
                    <a:pt x="3201799" y="699122"/>
                    <a:pt x="3153305" y="636081"/>
                  </a:cubicBezTo>
                  <a:cubicBezTo>
                    <a:pt x="3104812" y="573040"/>
                    <a:pt x="3044624" y="532106"/>
                    <a:pt x="2972740" y="513279"/>
                  </a:cubicBezTo>
                  <a:cubicBezTo>
                    <a:pt x="2925958" y="500728"/>
                    <a:pt x="2825549" y="494452"/>
                    <a:pt x="2671512" y="494452"/>
                  </a:cubicBezTo>
                  <a:close/>
                  <a:moveTo>
                    <a:pt x="1771548" y="494452"/>
                  </a:moveTo>
                  <a:lnTo>
                    <a:pt x="1771548" y="1748999"/>
                  </a:lnTo>
                  <a:lnTo>
                    <a:pt x="2024854" y="1748999"/>
                  </a:lnTo>
                  <a:lnTo>
                    <a:pt x="2024854" y="494452"/>
                  </a:lnTo>
                  <a:close/>
                  <a:moveTo>
                    <a:pt x="678220" y="494452"/>
                  </a:moveTo>
                  <a:lnTo>
                    <a:pt x="678220" y="706681"/>
                  </a:lnTo>
                  <a:lnTo>
                    <a:pt x="1262705" y="706681"/>
                  </a:lnTo>
                  <a:lnTo>
                    <a:pt x="603768" y="1520511"/>
                  </a:lnTo>
                  <a:lnTo>
                    <a:pt x="603768" y="1748999"/>
                  </a:lnTo>
                  <a:lnTo>
                    <a:pt x="1622981" y="1748999"/>
                  </a:lnTo>
                  <a:lnTo>
                    <a:pt x="1622981" y="1537626"/>
                  </a:lnTo>
                  <a:lnTo>
                    <a:pt x="909275" y="1537626"/>
                  </a:lnTo>
                  <a:lnTo>
                    <a:pt x="1596452" y="691278"/>
                  </a:lnTo>
                  <a:lnTo>
                    <a:pt x="1596452" y="494452"/>
                  </a:lnTo>
                  <a:close/>
                  <a:moveTo>
                    <a:pt x="0" y="0"/>
                  </a:moveTo>
                  <a:lnTo>
                    <a:pt x="3889270" y="0"/>
                  </a:lnTo>
                  <a:lnTo>
                    <a:pt x="3889270" y="2215992"/>
                  </a:lnTo>
                  <a:lnTo>
                    <a:pt x="0" y="2215992"/>
                  </a:lnTo>
                  <a:close/>
                </a:path>
              </a:pathLst>
            </a:custGeom>
            <a:solidFill>
              <a:srgbClr val="C0B9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フリーフォーム 12">
              <a:extLst>
                <a:ext uri="{FF2B5EF4-FFF2-40B4-BE49-F238E27FC236}">
                  <a16:creationId xmlns:a16="http://schemas.microsoft.com/office/drawing/2014/main" id="{9FB38668-666D-301F-6DD0-EB9BC6AB3F33}"/>
                </a:ext>
              </a:extLst>
            </p:cNvPr>
            <p:cNvSpPr/>
            <p:nvPr/>
          </p:nvSpPr>
          <p:spPr>
            <a:xfrm>
              <a:off x="4129154" y="931777"/>
              <a:ext cx="3933692" cy="4976445"/>
            </a:xfrm>
            <a:custGeom>
              <a:avLst/>
              <a:gdLst/>
              <a:ahLst/>
              <a:cxnLst/>
              <a:rect l="l" t="t" r="r" b="b"/>
              <a:pathLst>
                <a:path w="3933692" h="4976445">
                  <a:moveTo>
                    <a:pt x="364156" y="3228303"/>
                  </a:moveTo>
                  <a:lnTo>
                    <a:pt x="364156" y="3253506"/>
                  </a:lnTo>
                  <a:lnTo>
                    <a:pt x="343693" y="3253506"/>
                  </a:lnTo>
                  <a:close/>
                  <a:moveTo>
                    <a:pt x="364156" y="379656"/>
                  </a:moveTo>
                  <a:lnTo>
                    <a:pt x="364156" y="2210332"/>
                  </a:lnTo>
                  <a:lnTo>
                    <a:pt x="112638" y="2210332"/>
                  </a:lnTo>
                  <a:lnTo>
                    <a:pt x="112638" y="2422561"/>
                  </a:lnTo>
                  <a:lnTo>
                    <a:pt x="364156" y="2422561"/>
                  </a:lnTo>
                  <a:lnTo>
                    <a:pt x="364156" y="2833797"/>
                  </a:lnTo>
                  <a:lnTo>
                    <a:pt x="38186" y="3236391"/>
                  </a:lnTo>
                  <a:lnTo>
                    <a:pt x="38186" y="3464879"/>
                  </a:lnTo>
                  <a:lnTo>
                    <a:pt x="364156" y="3464879"/>
                  </a:lnTo>
                  <a:lnTo>
                    <a:pt x="364156" y="4624754"/>
                  </a:lnTo>
                  <a:lnTo>
                    <a:pt x="3596834" y="4624754"/>
                  </a:lnTo>
                  <a:lnTo>
                    <a:pt x="3596834" y="1630638"/>
                  </a:lnTo>
                  <a:lnTo>
                    <a:pt x="3521523" y="1555327"/>
                  </a:lnTo>
                  <a:lnTo>
                    <a:pt x="2533729" y="1555327"/>
                  </a:lnTo>
                  <a:cubicBezTo>
                    <a:pt x="2441860" y="1555327"/>
                    <a:pt x="2367385" y="1480852"/>
                    <a:pt x="2367385" y="1388983"/>
                  </a:cubicBezTo>
                  <a:lnTo>
                    <a:pt x="2367385" y="401189"/>
                  </a:lnTo>
                  <a:lnTo>
                    <a:pt x="2345852" y="379656"/>
                  </a:lnTo>
                  <a:close/>
                  <a:moveTo>
                    <a:pt x="356038" y="0"/>
                  </a:moveTo>
                  <a:lnTo>
                    <a:pt x="2603302" y="0"/>
                  </a:lnTo>
                  <a:lnTo>
                    <a:pt x="3933692" y="1330390"/>
                  </a:lnTo>
                  <a:lnTo>
                    <a:pt x="3933692" y="4620407"/>
                  </a:lnTo>
                  <a:cubicBezTo>
                    <a:pt x="3933692" y="4817041"/>
                    <a:pt x="3774288" y="4976445"/>
                    <a:pt x="3577654" y="4976445"/>
                  </a:cubicBezTo>
                  <a:lnTo>
                    <a:pt x="356038" y="4976445"/>
                  </a:lnTo>
                  <a:cubicBezTo>
                    <a:pt x="159404" y="4976445"/>
                    <a:pt x="0" y="4817041"/>
                    <a:pt x="0" y="4620407"/>
                  </a:cubicBezTo>
                  <a:lnTo>
                    <a:pt x="0" y="356038"/>
                  </a:lnTo>
                  <a:cubicBezTo>
                    <a:pt x="0" y="159404"/>
                    <a:pt x="159404" y="0"/>
                    <a:pt x="356038" y="0"/>
                  </a:cubicBezTo>
                  <a:close/>
                </a:path>
              </a:pathLst>
            </a:custGeom>
            <a:solidFill>
              <a:srgbClr val="C1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DA08354-EE4C-8600-BEC1-659F73B8EC94}"/>
              </a:ext>
            </a:extLst>
          </p:cNvPr>
          <p:cNvSpPr txBox="1"/>
          <p:nvPr/>
        </p:nvSpPr>
        <p:spPr>
          <a:xfrm>
            <a:off x="925221" y="12444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新アイコン用</a:t>
            </a:r>
          </a:p>
        </p:txBody>
      </p:sp>
    </p:spTree>
    <p:extLst>
      <p:ext uri="{BB962C8B-B14F-4D97-AF65-F5344CB8AC3E}">
        <p14:creationId xmlns:p14="http://schemas.microsoft.com/office/powerpoint/2010/main" val="2410695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DB535-4A27-4CC5-40F6-7A340C18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D5D38BF-1F96-9D14-1569-6AC9CA450759}"/>
              </a:ext>
            </a:extLst>
          </p:cNvPr>
          <p:cNvSpPr/>
          <p:nvPr/>
        </p:nvSpPr>
        <p:spPr>
          <a:xfrm>
            <a:off x="2676000" y="0"/>
            <a:ext cx="6840000" cy="6840000"/>
          </a:xfrm>
          <a:prstGeom prst="rect">
            <a:avLst/>
          </a:prstGeom>
          <a:solidFill>
            <a:srgbClr val="332826"/>
          </a:solidFill>
          <a:ln>
            <a:solidFill>
              <a:srgbClr val="3328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FE6766D-CD42-1576-EB1D-8A1A6B72C401}"/>
              </a:ext>
            </a:extLst>
          </p:cNvPr>
          <p:cNvGrpSpPr/>
          <p:nvPr/>
        </p:nvGrpSpPr>
        <p:grpSpPr>
          <a:xfrm>
            <a:off x="3825760" y="977538"/>
            <a:ext cx="4308981" cy="4633784"/>
            <a:chOff x="3773942" y="977538"/>
            <a:chExt cx="4308981" cy="4633784"/>
          </a:xfrm>
        </p:grpSpPr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7902EA78-5A2E-01A2-28AA-CF19342F5C22}"/>
                </a:ext>
              </a:extLst>
            </p:cNvPr>
            <p:cNvGrpSpPr/>
            <p:nvPr/>
          </p:nvGrpSpPr>
          <p:grpSpPr>
            <a:xfrm>
              <a:off x="4499463" y="977538"/>
              <a:ext cx="3583460" cy="4633784"/>
              <a:chOff x="8335892" y="729777"/>
              <a:chExt cx="3583460" cy="4633784"/>
            </a:xfrm>
          </p:grpSpPr>
          <p:sp>
            <p:nvSpPr>
              <p:cNvPr id="34" name="フリーフォーム 33">
                <a:extLst>
                  <a:ext uri="{FF2B5EF4-FFF2-40B4-BE49-F238E27FC236}">
                    <a16:creationId xmlns:a16="http://schemas.microsoft.com/office/drawing/2014/main" id="{EF570953-6AA8-42BA-3812-BCDB3434C41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10521381" y="853487"/>
                <a:ext cx="1254170" cy="1254179"/>
              </a:xfrm>
              <a:custGeom>
                <a:avLst/>
                <a:gdLst>
                  <a:gd name="connsiteX0" fmla="*/ 1254170 w 1254170"/>
                  <a:gd name="connsiteY0" fmla="*/ 1254179 h 1254179"/>
                  <a:gd name="connsiteX1" fmla="*/ 0 w 1254170"/>
                  <a:gd name="connsiteY1" fmla="*/ 0 h 1254179"/>
                  <a:gd name="connsiteX2" fmla="*/ 1087826 w 1254170"/>
                  <a:gd name="connsiteY2" fmla="*/ 0 h 1254179"/>
                  <a:gd name="connsiteX3" fmla="*/ 1254170 w 1254170"/>
                  <a:gd name="connsiteY3" fmla="*/ 166344 h 1254179"/>
                  <a:gd name="connsiteX4" fmla="*/ 1254170 w 1254170"/>
                  <a:gd name="connsiteY4" fmla="*/ 1254179 h 1254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4170" h="1254179">
                    <a:moveTo>
                      <a:pt x="1254170" y="1254179"/>
                    </a:moveTo>
                    <a:lnTo>
                      <a:pt x="0" y="0"/>
                    </a:lnTo>
                    <a:lnTo>
                      <a:pt x="1087826" y="0"/>
                    </a:lnTo>
                    <a:cubicBezTo>
                      <a:pt x="1179695" y="0"/>
                      <a:pt x="1254170" y="74475"/>
                      <a:pt x="1254170" y="166344"/>
                    </a:cubicBezTo>
                    <a:lnTo>
                      <a:pt x="1254170" y="1254179"/>
                    </a:lnTo>
                    <a:close/>
                  </a:path>
                </a:pathLst>
              </a:custGeom>
              <a:solidFill>
                <a:srgbClr val="C0B8B5"/>
              </a:solidFill>
              <a:ln>
                <a:solidFill>
                  <a:srgbClr val="A8A5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フリーフォーム 23">
                <a:extLst>
                  <a:ext uri="{FF2B5EF4-FFF2-40B4-BE49-F238E27FC236}">
                    <a16:creationId xmlns:a16="http://schemas.microsoft.com/office/drawing/2014/main" id="{15AD03B8-CA12-41ED-418F-516CC12AFFD7}"/>
                  </a:ext>
                </a:extLst>
              </p:cNvPr>
              <p:cNvSpPr/>
              <p:nvPr/>
            </p:nvSpPr>
            <p:spPr>
              <a:xfrm>
                <a:off x="8335892" y="729777"/>
                <a:ext cx="3583460" cy="4633784"/>
              </a:xfrm>
              <a:custGeom>
                <a:avLst/>
                <a:gdLst>
                  <a:gd name="connsiteX0" fmla="*/ 166344 w 3583460"/>
                  <a:gd name="connsiteY0" fmla="*/ 0 h 4633784"/>
                  <a:gd name="connsiteX1" fmla="*/ 2270952 w 3583460"/>
                  <a:gd name="connsiteY1" fmla="*/ 0 h 4633784"/>
                  <a:gd name="connsiteX2" fmla="*/ 3583460 w 3583460"/>
                  <a:gd name="connsiteY2" fmla="*/ 1312517 h 4633784"/>
                  <a:gd name="connsiteX3" fmla="*/ 3583460 w 3583460"/>
                  <a:gd name="connsiteY3" fmla="*/ 4467440 h 4633784"/>
                  <a:gd name="connsiteX4" fmla="*/ 3417116 w 3583460"/>
                  <a:gd name="connsiteY4" fmla="*/ 4633784 h 4633784"/>
                  <a:gd name="connsiteX5" fmla="*/ 166344 w 3583460"/>
                  <a:gd name="connsiteY5" fmla="*/ 4633784 h 4633784"/>
                  <a:gd name="connsiteX6" fmla="*/ 0 w 3583460"/>
                  <a:gd name="connsiteY6" fmla="*/ 4467440 h 4633784"/>
                  <a:gd name="connsiteX7" fmla="*/ 0 w 3583460"/>
                  <a:gd name="connsiteY7" fmla="*/ 166344 h 4633784"/>
                  <a:gd name="connsiteX8" fmla="*/ 166344 w 3583460"/>
                  <a:gd name="connsiteY8" fmla="*/ 0 h 4633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83460" h="4633784">
                    <a:moveTo>
                      <a:pt x="166344" y="0"/>
                    </a:moveTo>
                    <a:lnTo>
                      <a:pt x="2270952" y="0"/>
                    </a:lnTo>
                    <a:lnTo>
                      <a:pt x="3583460" y="1312517"/>
                    </a:lnTo>
                    <a:lnTo>
                      <a:pt x="3583460" y="4467440"/>
                    </a:lnTo>
                    <a:cubicBezTo>
                      <a:pt x="3583460" y="4559309"/>
                      <a:pt x="3508985" y="4633784"/>
                      <a:pt x="3417116" y="4633784"/>
                    </a:cubicBezTo>
                    <a:lnTo>
                      <a:pt x="166344" y="4633784"/>
                    </a:lnTo>
                    <a:cubicBezTo>
                      <a:pt x="74475" y="4633784"/>
                      <a:pt x="0" y="4559309"/>
                      <a:pt x="0" y="4467440"/>
                    </a:cubicBezTo>
                    <a:lnTo>
                      <a:pt x="0" y="166344"/>
                    </a:lnTo>
                    <a:cubicBezTo>
                      <a:pt x="0" y="74475"/>
                      <a:pt x="74475" y="0"/>
                      <a:pt x="166344" y="0"/>
                    </a:cubicBezTo>
                    <a:close/>
                  </a:path>
                </a:pathLst>
              </a:custGeom>
              <a:noFill/>
              <a:ln w="355600">
                <a:solidFill>
                  <a:srgbClr val="C0B8B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3D69E97D-E842-CDCC-CCD5-9290E523939B}"/>
                </a:ext>
              </a:extLst>
            </p:cNvPr>
            <p:cNvSpPr txBox="1"/>
            <p:nvPr/>
          </p:nvSpPr>
          <p:spPr>
            <a:xfrm>
              <a:off x="3773942" y="2497976"/>
              <a:ext cx="3889270" cy="2215991"/>
            </a:xfrm>
            <a:prstGeom prst="rect">
              <a:avLst/>
            </a:prstGeom>
            <a:solidFill>
              <a:srgbClr val="C0B8B5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ja-JP" sz="13800" b="1" dirty="0">
                  <a:solidFill>
                    <a:srgbClr val="332826"/>
                  </a:solidFill>
                  <a:latin typeface="Arial" panose="020B0604020202020204" pitchFamily="34" charset="0"/>
                  <a:ea typeface="Meiryo UI" panose="020B0604030504040204" pitchFamily="34" charset="-128"/>
                  <a:cs typeface="Arial" panose="020B0604020202020204" pitchFamily="34" charset="0"/>
                </a:rPr>
                <a:t> ZIP </a:t>
              </a:r>
              <a:endParaRPr kumimoji="1" lang="ja-JP" altLang="en-US" sz="13800" b="1">
                <a:solidFill>
                  <a:srgbClr val="332826"/>
                </a:solid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5359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871C1-15C5-07FE-20F1-B085C6B1C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1A8E4C2-75EC-FB58-1252-468D11369692}"/>
              </a:ext>
            </a:extLst>
          </p:cNvPr>
          <p:cNvSpPr/>
          <p:nvPr/>
        </p:nvSpPr>
        <p:spPr>
          <a:xfrm>
            <a:off x="2676000" y="0"/>
            <a:ext cx="6840000" cy="6840000"/>
          </a:xfrm>
          <a:prstGeom prst="rect">
            <a:avLst/>
          </a:prstGeom>
          <a:solidFill>
            <a:srgbClr val="E8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670C2E18-372B-2E66-C9EA-BCCE896E6C26}"/>
              </a:ext>
            </a:extLst>
          </p:cNvPr>
          <p:cNvGrpSpPr/>
          <p:nvPr/>
        </p:nvGrpSpPr>
        <p:grpSpPr>
          <a:xfrm>
            <a:off x="3825760" y="977538"/>
            <a:ext cx="4308981" cy="4633784"/>
            <a:chOff x="3773942" y="977538"/>
            <a:chExt cx="4308981" cy="4633784"/>
          </a:xfrm>
        </p:grpSpPr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A18B1391-BE0A-8F87-BC55-E76AA439888F}"/>
                </a:ext>
              </a:extLst>
            </p:cNvPr>
            <p:cNvGrpSpPr/>
            <p:nvPr/>
          </p:nvGrpSpPr>
          <p:grpSpPr>
            <a:xfrm>
              <a:off x="4499463" y="977538"/>
              <a:ext cx="3583460" cy="4633784"/>
              <a:chOff x="8335892" y="729777"/>
              <a:chExt cx="3583460" cy="4633784"/>
            </a:xfrm>
          </p:grpSpPr>
          <p:sp>
            <p:nvSpPr>
              <p:cNvPr id="34" name="フリーフォーム 33">
                <a:extLst>
                  <a:ext uri="{FF2B5EF4-FFF2-40B4-BE49-F238E27FC236}">
                    <a16:creationId xmlns:a16="http://schemas.microsoft.com/office/drawing/2014/main" id="{EB3ECFFC-A3F9-1AA5-FC24-9AEE19C22263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0800000">
                <a:off x="10521381" y="853487"/>
                <a:ext cx="1254170" cy="1254179"/>
              </a:xfrm>
              <a:custGeom>
                <a:avLst/>
                <a:gdLst>
                  <a:gd name="connsiteX0" fmla="*/ 1254170 w 1254170"/>
                  <a:gd name="connsiteY0" fmla="*/ 1254179 h 1254179"/>
                  <a:gd name="connsiteX1" fmla="*/ 0 w 1254170"/>
                  <a:gd name="connsiteY1" fmla="*/ 0 h 1254179"/>
                  <a:gd name="connsiteX2" fmla="*/ 1087826 w 1254170"/>
                  <a:gd name="connsiteY2" fmla="*/ 0 h 1254179"/>
                  <a:gd name="connsiteX3" fmla="*/ 1254170 w 1254170"/>
                  <a:gd name="connsiteY3" fmla="*/ 166344 h 1254179"/>
                  <a:gd name="connsiteX4" fmla="*/ 1254170 w 1254170"/>
                  <a:gd name="connsiteY4" fmla="*/ 1254179 h 1254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54170" h="1254179">
                    <a:moveTo>
                      <a:pt x="1254170" y="1254179"/>
                    </a:moveTo>
                    <a:lnTo>
                      <a:pt x="0" y="0"/>
                    </a:lnTo>
                    <a:lnTo>
                      <a:pt x="1087826" y="0"/>
                    </a:lnTo>
                    <a:cubicBezTo>
                      <a:pt x="1179695" y="0"/>
                      <a:pt x="1254170" y="74475"/>
                      <a:pt x="1254170" y="166344"/>
                    </a:cubicBezTo>
                    <a:lnTo>
                      <a:pt x="1254170" y="1254179"/>
                    </a:lnTo>
                    <a:close/>
                  </a:path>
                </a:pathLst>
              </a:custGeom>
              <a:solidFill>
                <a:srgbClr val="6D67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フリーフォーム 23">
                <a:extLst>
                  <a:ext uri="{FF2B5EF4-FFF2-40B4-BE49-F238E27FC236}">
                    <a16:creationId xmlns:a16="http://schemas.microsoft.com/office/drawing/2014/main" id="{52273957-88D9-5D89-9AB4-F7F238FF10AA}"/>
                  </a:ext>
                </a:extLst>
              </p:cNvPr>
              <p:cNvSpPr/>
              <p:nvPr/>
            </p:nvSpPr>
            <p:spPr>
              <a:xfrm>
                <a:off x="8335892" y="729777"/>
                <a:ext cx="3583460" cy="4633784"/>
              </a:xfrm>
              <a:custGeom>
                <a:avLst/>
                <a:gdLst>
                  <a:gd name="connsiteX0" fmla="*/ 166344 w 3583460"/>
                  <a:gd name="connsiteY0" fmla="*/ 0 h 4633784"/>
                  <a:gd name="connsiteX1" fmla="*/ 2270952 w 3583460"/>
                  <a:gd name="connsiteY1" fmla="*/ 0 h 4633784"/>
                  <a:gd name="connsiteX2" fmla="*/ 3583460 w 3583460"/>
                  <a:gd name="connsiteY2" fmla="*/ 1312517 h 4633784"/>
                  <a:gd name="connsiteX3" fmla="*/ 3583460 w 3583460"/>
                  <a:gd name="connsiteY3" fmla="*/ 4467440 h 4633784"/>
                  <a:gd name="connsiteX4" fmla="*/ 3417116 w 3583460"/>
                  <a:gd name="connsiteY4" fmla="*/ 4633784 h 4633784"/>
                  <a:gd name="connsiteX5" fmla="*/ 166344 w 3583460"/>
                  <a:gd name="connsiteY5" fmla="*/ 4633784 h 4633784"/>
                  <a:gd name="connsiteX6" fmla="*/ 0 w 3583460"/>
                  <a:gd name="connsiteY6" fmla="*/ 4467440 h 4633784"/>
                  <a:gd name="connsiteX7" fmla="*/ 0 w 3583460"/>
                  <a:gd name="connsiteY7" fmla="*/ 166344 h 4633784"/>
                  <a:gd name="connsiteX8" fmla="*/ 166344 w 3583460"/>
                  <a:gd name="connsiteY8" fmla="*/ 0 h 4633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83460" h="4633784">
                    <a:moveTo>
                      <a:pt x="166344" y="0"/>
                    </a:moveTo>
                    <a:lnTo>
                      <a:pt x="2270952" y="0"/>
                    </a:lnTo>
                    <a:lnTo>
                      <a:pt x="3583460" y="1312517"/>
                    </a:lnTo>
                    <a:lnTo>
                      <a:pt x="3583460" y="4467440"/>
                    </a:lnTo>
                    <a:cubicBezTo>
                      <a:pt x="3583460" y="4559309"/>
                      <a:pt x="3508985" y="4633784"/>
                      <a:pt x="3417116" y="4633784"/>
                    </a:cubicBezTo>
                    <a:lnTo>
                      <a:pt x="166344" y="4633784"/>
                    </a:lnTo>
                    <a:cubicBezTo>
                      <a:pt x="74475" y="4633784"/>
                      <a:pt x="0" y="4559309"/>
                      <a:pt x="0" y="4467440"/>
                    </a:cubicBezTo>
                    <a:lnTo>
                      <a:pt x="0" y="166344"/>
                    </a:lnTo>
                    <a:cubicBezTo>
                      <a:pt x="0" y="74475"/>
                      <a:pt x="74475" y="0"/>
                      <a:pt x="166344" y="0"/>
                    </a:cubicBezTo>
                    <a:close/>
                  </a:path>
                </a:pathLst>
              </a:custGeom>
              <a:noFill/>
              <a:ln w="355600">
                <a:solidFill>
                  <a:srgbClr val="6D67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3BC96B3F-6D3A-3173-BF1B-BA120AA3CE17}"/>
                </a:ext>
              </a:extLst>
            </p:cNvPr>
            <p:cNvSpPr txBox="1"/>
            <p:nvPr/>
          </p:nvSpPr>
          <p:spPr>
            <a:xfrm>
              <a:off x="3773942" y="2497976"/>
              <a:ext cx="3889270" cy="2215991"/>
            </a:xfrm>
            <a:prstGeom prst="rect">
              <a:avLst/>
            </a:prstGeom>
            <a:solidFill>
              <a:srgbClr val="6D6766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ja-JP" sz="13800" b="1" dirty="0">
                  <a:solidFill>
                    <a:srgbClr val="E8E5E6"/>
                  </a:solidFill>
                  <a:latin typeface="Arial" panose="020B0604020202020204" pitchFamily="34" charset="0"/>
                  <a:ea typeface="Meiryo UI" panose="020B0604030504040204" pitchFamily="34" charset="-128"/>
                  <a:cs typeface="Arial" panose="020B0604020202020204" pitchFamily="34" charset="0"/>
                </a:rPr>
                <a:t> ZIP </a:t>
              </a:r>
              <a:endParaRPr kumimoji="1" lang="ja-JP" altLang="en-US" sz="13800" b="1">
                <a:solidFill>
                  <a:srgbClr val="E8E5E6"/>
                </a:solid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4462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742C7-170C-BC24-37BD-7EC69AF7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492A82A-A492-23FC-290E-BD9782C77130}"/>
              </a:ext>
            </a:extLst>
          </p:cNvPr>
          <p:cNvSpPr/>
          <p:nvPr/>
        </p:nvSpPr>
        <p:spPr>
          <a:xfrm>
            <a:off x="2675999" y="18000"/>
            <a:ext cx="6840000" cy="6840000"/>
          </a:xfrm>
          <a:prstGeom prst="rect">
            <a:avLst/>
          </a:prstGeom>
          <a:solidFill>
            <a:srgbClr val="332826"/>
          </a:solidFill>
          <a:ln>
            <a:solidFill>
              <a:srgbClr val="3328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フリーフォーム 10">
            <a:extLst>
              <a:ext uri="{FF2B5EF4-FFF2-40B4-BE49-F238E27FC236}">
                <a16:creationId xmlns:a16="http://schemas.microsoft.com/office/drawing/2014/main" id="{54694A72-1F14-6396-E9C7-229D0664654F}"/>
              </a:ext>
            </a:extLst>
          </p:cNvPr>
          <p:cNvSpPr/>
          <p:nvPr/>
        </p:nvSpPr>
        <p:spPr>
          <a:xfrm>
            <a:off x="3768406" y="519855"/>
            <a:ext cx="5011508" cy="5561124"/>
          </a:xfrm>
          <a:custGeom>
            <a:avLst/>
            <a:gdLst>
              <a:gd name="csX0" fmla="*/ 1253630 w 5011508"/>
              <a:gd name="csY0" fmla="*/ 3334777 h 5561124"/>
              <a:gd name="csX1" fmla="*/ 447604 w 5011508"/>
              <a:gd name="csY1" fmla="*/ 4203796 h 5561124"/>
              <a:gd name="csX2" fmla="*/ 603102 w 5011508"/>
              <a:gd name="csY2" fmla="*/ 4278874 h 5561124"/>
              <a:gd name="csX3" fmla="*/ 1462440 w 5011508"/>
              <a:gd name="csY3" fmla="*/ 3559907 h 5561124"/>
              <a:gd name="csX4" fmla="*/ 3562901 w 5011508"/>
              <a:gd name="csY4" fmla="*/ 1910597 h 5561124"/>
              <a:gd name="csX5" fmla="*/ 3562900 w 5011508"/>
              <a:gd name="csY5" fmla="*/ 5084796 h 5561124"/>
              <a:gd name="csX6" fmla="*/ 4395519 w 5011508"/>
              <a:gd name="csY6" fmla="*/ 4577697 h 5561124"/>
              <a:gd name="csX7" fmla="*/ 4395519 w 5011508"/>
              <a:gd name="csY7" fmla="*/ 1936894 h 5561124"/>
              <a:gd name="csX8" fmla="*/ 4206655 w 5011508"/>
              <a:gd name="csY8" fmla="*/ 1995520 h 5561124"/>
              <a:gd name="csX9" fmla="*/ 4003508 w 5011508"/>
              <a:gd name="csY9" fmla="*/ 2015999 h 5561124"/>
              <a:gd name="csX10" fmla="*/ 3611149 w 5011508"/>
              <a:gd name="csY10" fmla="*/ 1936786 h 5561124"/>
              <a:gd name="csX11" fmla="*/ 638637 w 5011508"/>
              <a:gd name="csY11" fmla="*/ 1524978 h 5561124"/>
              <a:gd name="csX12" fmla="*/ 762180 w 5011508"/>
              <a:gd name="csY12" fmla="*/ 1570111 h 5561124"/>
              <a:gd name="csX13" fmla="*/ 1658220 w 5011508"/>
              <a:gd name="csY13" fmla="*/ 2393145 h 5561124"/>
              <a:gd name="csX14" fmla="*/ 1424488 w 5011508"/>
              <a:gd name="csY14" fmla="*/ 2645145 h 5561124"/>
              <a:gd name="csX15" fmla="*/ 612577 w 5011508"/>
              <a:gd name="csY15" fmla="*/ 1899385 h 5561124"/>
              <a:gd name="csX16" fmla="*/ 459585 w 5011508"/>
              <a:gd name="csY16" fmla="*/ 1973252 h 5561124"/>
              <a:gd name="csX17" fmla="*/ 1253630 w 5011508"/>
              <a:gd name="csY17" fmla="*/ 2829354 h 5561124"/>
              <a:gd name="csX18" fmla="*/ 1019238 w 5011508"/>
              <a:gd name="csY18" fmla="*/ 3082065 h 5561124"/>
              <a:gd name="csX19" fmla="*/ 55342 w 5011508"/>
              <a:gd name="csY19" fmla="*/ 2042838 h 5561124"/>
              <a:gd name="csX20" fmla="*/ 9610 w 5011508"/>
              <a:gd name="csY20" fmla="*/ 1919515 h 5561124"/>
              <a:gd name="csX21" fmla="*/ 15894 w 5011508"/>
              <a:gd name="csY21" fmla="*/ 1892648 h 5561124"/>
              <a:gd name="csX22" fmla="*/ 20697 w 5011508"/>
              <a:gd name="csY22" fmla="*/ 1859384 h 5561124"/>
              <a:gd name="csX23" fmla="*/ 108242 w 5011508"/>
              <a:gd name="csY23" fmla="*/ 1761221 h 5561124"/>
              <a:gd name="csX24" fmla="*/ 543015 w 5011508"/>
              <a:gd name="csY24" fmla="*/ 1551302 h 5561124"/>
              <a:gd name="csX25" fmla="*/ 568336 w 5011508"/>
              <a:gd name="csY25" fmla="*/ 1544820 h 5561124"/>
              <a:gd name="csX26" fmla="*/ 574561 w 5011508"/>
              <a:gd name="csY26" fmla="*/ 1540294 h 5561124"/>
              <a:gd name="csX27" fmla="*/ 638637 w 5011508"/>
              <a:gd name="csY27" fmla="*/ 1524978 h 5561124"/>
              <a:gd name="csX28" fmla="*/ 3842126 w 5011508"/>
              <a:gd name="csY28" fmla="*/ 323999 h 5561124"/>
              <a:gd name="csX29" fmla="*/ 3842126 w 5011508"/>
              <a:gd name="csY29" fmla="*/ 849803 h 5561124"/>
              <a:gd name="csX30" fmla="*/ 3316322 w 5011508"/>
              <a:gd name="csY30" fmla="*/ 849803 h 5561124"/>
              <a:gd name="csX31" fmla="*/ 3316322 w 5011508"/>
              <a:gd name="csY31" fmla="*/ 1166195 h 5561124"/>
              <a:gd name="csX32" fmla="*/ 3842126 w 5011508"/>
              <a:gd name="csY32" fmla="*/ 1166195 h 5561124"/>
              <a:gd name="csX33" fmla="*/ 3842126 w 5011508"/>
              <a:gd name="csY33" fmla="*/ 1691999 h 5561124"/>
              <a:gd name="csX34" fmla="*/ 4158518 w 5011508"/>
              <a:gd name="csY34" fmla="*/ 1691999 h 5561124"/>
              <a:gd name="csX35" fmla="*/ 4158518 w 5011508"/>
              <a:gd name="csY35" fmla="*/ 1166195 h 5561124"/>
              <a:gd name="csX36" fmla="*/ 4684322 w 5011508"/>
              <a:gd name="csY36" fmla="*/ 1166195 h 5561124"/>
              <a:gd name="csX37" fmla="*/ 4684322 w 5011508"/>
              <a:gd name="csY37" fmla="*/ 849803 h 5561124"/>
              <a:gd name="csX38" fmla="*/ 4158518 w 5011508"/>
              <a:gd name="csY38" fmla="*/ 849803 h 5561124"/>
              <a:gd name="csX39" fmla="*/ 4158518 w 5011508"/>
              <a:gd name="csY39" fmla="*/ 323999 h 5561124"/>
              <a:gd name="csX40" fmla="*/ 4003508 w 5011508"/>
              <a:gd name="csY40" fmla="*/ 0 h 5561124"/>
              <a:gd name="csX41" fmla="*/ 5011508 w 5011508"/>
              <a:gd name="csY41" fmla="*/ 1008001 h 5561124"/>
              <a:gd name="csX42" fmla="*/ 4781330 w 5011508"/>
              <a:gd name="csY42" fmla="*/ 1649181 h 5561124"/>
              <a:gd name="csX43" fmla="*/ 4739223 w 5011508"/>
              <a:gd name="csY43" fmla="*/ 1695510 h 5561124"/>
              <a:gd name="csX44" fmla="*/ 4739222 w 5011508"/>
              <a:gd name="csY44" fmla="*/ 4635013 h 5561124"/>
              <a:gd name="csX45" fmla="*/ 4743051 w 5011508"/>
              <a:gd name="csY45" fmla="*/ 4645573 h 5561124"/>
              <a:gd name="csX46" fmla="*/ 4662407 w 5011508"/>
              <a:gd name="csY46" fmla="*/ 4817581 h 5561124"/>
              <a:gd name="csX47" fmla="*/ 3482787 w 5011508"/>
              <a:gd name="csY47" fmla="*/ 5536021 h 5561124"/>
              <a:gd name="csX48" fmla="*/ 3352820 w 5011508"/>
              <a:gd name="csY48" fmla="*/ 5556241 h 5561124"/>
              <a:gd name="csX49" fmla="*/ 3320856 w 5011508"/>
              <a:gd name="csY49" fmla="*/ 5541561 h 5561124"/>
              <a:gd name="csX50" fmla="*/ 3318319 w 5011508"/>
              <a:gd name="csY50" fmla="*/ 5540967 h 5561124"/>
              <a:gd name="csX51" fmla="*/ 3316122 w 5011508"/>
              <a:gd name="csY51" fmla="*/ 5539386 h 5561124"/>
              <a:gd name="csX52" fmla="*/ 3292952 w 5011508"/>
              <a:gd name="csY52" fmla="*/ 5528745 h 5561124"/>
              <a:gd name="csX53" fmla="*/ 3276285 w 5011508"/>
              <a:gd name="csY53" fmla="*/ 5510720 h 5561124"/>
              <a:gd name="csX54" fmla="*/ 3262928 w 5011508"/>
              <a:gd name="csY54" fmla="*/ 5501107 h 5561124"/>
              <a:gd name="csX55" fmla="*/ 1696476 w 5011508"/>
              <a:gd name="csY55" fmla="*/ 3812232 h 5561124"/>
              <a:gd name="csX56" fmla="*/ 1696475 w 5011508"/>
              <a:gd name="csY56" fmla="*/ 3812232 h 5561124"/>
              <a:gd name="csX57" fmla="*/ 740068 w 5011508"/>
              <a:gd name="csY57" fmla="*/ 4612412 h 5561124"/>
              <a:gd name="csX58" fmla="*/ 551271 w 5011508"/>
              <a:gd name="csY58" fmla="*/ 4633521 h 5561124"/>
              <a:gd name="csX59" fmla="*/ 549943 w 5011508"/>
              <a:gd name="csY59" fmla="*/ 4632458 h 5561124"/>
              <a:gd name="csX60" fmla="*/ 539279 w 5011508"/>
              <a:gd name="csY60" fmla="*/ 4629728 h 5561124"/>
              <a:gd name="csX61" fmla="*/ 104506 w 5011508"/>
              <a:gd name="csY61" fmla="*/ 4419809 h 5561124"/>
              <a:gd name="csX62" fmla="*/ 16961 w 5011508"/>
              <a:gd name="csY62" fmla="*/ 4321646 h 5561124"/>
              <a:gd name="csX63" fmla="*/ 16944 w 5011508"/>
              <a:gd name="csY63" fmla="*/ 4321522 h 5561124"/>
              <a:gd name="csX64" fmla="*/ 15127 w 5011508"/>
              <a:gd name="csY64" fmla="*/ 4318997 h 5561124"/>
              <a:gd name="csX65" fmla="*/ 45853 w 5011508"/>
              <a:gd name="csY65" fmla="*/ 4131525 h 5561124"/>
              <a:gd name="csX66" fmla="*/ 1019240 w 5011508"/>
              <a:gd name="csY66" fmla="*/ 3082065 h 5561124"/>
              <a:gd name="csX67" fmla="*/ 1253631 w 5011508"/>
              <a:gd name="csY67" fmla="*/ 2829355 h 5561124"/>
              <a:gd name="csX68" fmla="*/ 1488022 w 5011508"/>
              <a:gd name="csY68" fmla="*/ 3082066 h 5561124"/>
              <a:gd name="csX69" fmla="*/ 1726395 w 5011508"/>
              <a:gd name="csY69" fmla="*/ 3339069 h 5561124"/>
              <a:gd name="csX70" fmla="*/ 1960428 w 5011508"/>
              <a:gd name="csY70" fmla="*/ 3591392 h 5561124"/>
              <a:gd name="csX71" fmla="*/ 3219197 w 5011508"/>
              <a:gd name="csY71" fmla="*/ 4948538 h 5561124"/>
              <a:gd name="csX72" fmla="*/ 3219197 w 5011508"/>
              <a:gd name="csY72" fmla="*/ 4281429 h 5561124"/>
              <a:gd name="csX73" fmla="*/ 3180340 w 5011508"/>
              <a:gd name="csY73" fmla="*/ 4257938 h 5561124"/>
              <a:gd name="csX74" fmla="*/ 2219079 w 5011508"/>
              <a:gd name="csY74" fmla="*/ 3374996 h 5561124"/>
              <a:gd name="csX75" fmla="*/ 1963760 w 5011508"/>
              <a:gd name="csY75" fmla="*/ 3140479 h 5561124"/>
              <a:gd name="csX76" fmla="*/ 2229652 w 5011508"/>
              <a:gd name="csY76" fmla="*/ 2918019 h 5561124"/>
              <a:gd name="csX77" fmla="*/ 2484973 w 5011508"/>
              <a:gd name="csY77" fmla="*/ 3152537 h 5561124"/>
              <a:gd name="csX78" fmla="*/ 2484972 w 5011508"/>
              <a:gd name="csY78" fmla="*/ 3152537 h 5561124"/>
              <a:gd name="csX79" fmla="*/ 3219197 w 5011508"/>
              <a:gd name="csY79" fmla="*/ 3826941 h 5561124"/>
              <a:gd name="csX80" fmla="*/ 3219197 w 5011508"/>
              <a:gd name="csY80" fmla="*/ 2538241 h 5561124"/>
              <a:gd name="csX81" fmla="*/ 2484970 w 5011508"/>
              <a:gd name="csY81" fmla="*/ 3152534 h 5561124"/>
              <a:gd name="csX82" fmla="*/ 2229650 w 5011508"/>
              <a:gd name="csY82" fmla="*/ 2918017 h 5561124"/>
              <a:gd name="csX83" fmla="*/ 3219197 w 5011508"/>
              <a:gd name="csY83" fmla="*/ 2090110 h 5561124"/>
              <a:gd name="csX84" fmla="*/ 3219197 w 5011508"/>
              <a:gd name="csY84" fmla="*/ 1640503 h 5561124"/>
              <a:gd name="csX85" fmla="*/ 3167659 w 5011508"/>
              <a:gd name="csY85" fmla="*/ 1571583 h 5561124"/>
              <a:gd name="csX86" fmla="*/ 3094908 w 5011508"/>
              <a:gd name="csY86" fmla="*/ 1445010 h 5561124"/>
              <a:gd name="csX87" fmla="*/ 3068523 w 5011508"/>
              <a:gd name="csY87" fmla="*/ 1378045 h 5561124"/>
              <a:gd name="csX88" fmla="*/ 1911352 w 5011508"/>
              <a:gd name="csY88" fmla="*/ 2625652 h 5561124"/>
              <a:gd name="csX89" fmla="*/ 1911351 w 5011508"/>
              <a:gd name="csY89" fmla="*/ 2625653 h 5561124"/>
              <a:gd name="csX90" fmla="*/ 2229650 w 5011508"/>
              <a:gd name="csY90" fmla="*/ 2918019 h 5561124"/>
              <a:gd name="csX91" fmla="*/ 1963757 w 5011508"/>
              <a:gd name="csY91" fmla="*/ 3140479 h 5561124"/>
              <a:gd name="csX92" fmla="*/ 1677618 w 5011508"/>
              <a:gd name="csY92" fmla="*/ 2877653 h 5561124"/>
              <a:gd name="csX93" fmla="*/ 1677619 w 5011508"/>
              <a:gd name="csY93" fmla="*/ 2877652 h 5561124"/>
              <a:gd name="csX94" fmla="*/ 1424489 w 5011508"/>
              <a:gd name="csY94" fmla="*/ 2645145 h 5561124"/>
              <a:gd name="csX95" fmla="*/ 1658220 w 5011508"/>
              <a:gd name="csY95" fmla="*/ 2393147 h 5561124"/>
              <a:gd name="csX96" fmla="*/ 1658220 w 5011508"/>
              <a:gd name="csY96" fmla="*/ 2393146 h 5561124"/>
              <a:gd name="csX97" fmla="*/ 2998534 w 5011508"/>
              <a:gd name="csY97" fmla="*/ 948084 h 5561124"/>
              <a:gd name="csX98" fmla="*/ 3000713 w 5011508"/>
              <a:gd name="csY98" fmla="*/ 904938 h 5561124"/>
              <a:gd name="csX99" fmla="*/ 4003508 w 5011508"/>
              <a:gd name="csY99" fmla="*/ 0 h 55611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5011508" h="5561124">
                <a:moveTo>
                  <a:pt x="1253630" y="3334777"/>
                </a:moveTo>
                <a:lnTo>
                  <a:pt x="447604" y="4203796"/>
                </a:lnTo>
                <a:lnTo>
                  <a:pt x="603102" y="4278874"/>
                </a:lnTo>
                <a:lnTo>
                  <a:pt x="1462440" y="3559907"/>
                </a:lnTo>
                <a:close/>
                <a:moveTo>
                  <a:pt x="3562901" y="1910597"/>
                </a:moveTo>
                <a:lnTo>
                  <a:pt x="3562900" y="5084796"/>
                </a:lnTo>
                <a:lnTo>
                  <a:pt x="4395519" y="4577697"/>
                </a:lnTo>
                <a:lnTo>
                  <a:pt x="4395519" y="1936894"/>
                </a:lnTo>
                <a:lnTo>
                  <a:pt x="4206655" y="1995520"/>
                </a:lnTo>
                <a:cubicBezTo>
                  <a:pt x="4141037" y="2008948"/>
                  <a:pt x="4073096" y="2015999"/>
                  <a:pt x="4003508" y="2015999"/>
                </a:cubicBezTo>
                <a:cubicBezTo>
                  <a:pt x="3864333" y="2015999"/>
                  <a:pt x="3731745" y="1987793"/>
                  <a:pt x="3611149" y="1936786"/>
                </a:cubicBezTo>
                <a:close/>
                <a:moveTo>
                  <a:pt x="638637" y="1524978"/>
                </a:moveTo>
                <a:cubicBezTo>
                  <a:pt x="682578" y="1523112"/>
                  <a:pt x="727230" y="1538009"/>
                  <a:pt x="762180" y="1570111"/>
                </a:cubicBezTo>
                <a:lnTo>
                  <a:pt x="1658220" y="2393145"/>
                </a:lnTo>
                <a:lnTo>
                  <a:pt x="1424488" y="2645145"/>
                </a:lnTo>
                <a:lnTo>
                  <a:pt x="612577" y="1899385"/>
                </a:lnTo>
                <a:lnTo>
                  <a:pt x="459585" y="1973252"/>
                </a:lnTo>
                <a:lnTo>
                  <a:pt x="1253630" y="2829354"/>
                </a:lnTo>
                <a:lnTo>
                  <a:pt x="1019238" y="3082065"/>
                </a:lnTo>
                <a:lnTo>
                  <a:pt x="55342" y="2042838"/>
                </a:lnTo>
                <a:cubicBezTo>
                  <a:pt x="23071" y="2008044"/>
                  <a:pt x="7957" y="1963464"/>
                  <a:pt x="9610" y="1919515"/>
                </a:cubicBezTo>
                <a:lnTo>
                  <a:pt x="15894" y="1892648"/>
                </a:lnTo>
                <a:lnTo>
                  <a:pt x="20697" y="1859384"/>
                </a:lnTo>
                <a:cubicBezTo>
                  <a:pt x="35181" y="1817856"/>
                  <a:pt x="65507" y="1781854"/>
                  <a:pt x="108242" y="1761221"/>
                </a:cubicBezTo>
                <a:lnTo>
                  <a:pt x="543015" y="1551302"/>
                </a:lnTo>
                <a:lnTo>
                  <a:pt x="568336" y="1544820"/>
                </a:lnTo>
                <a:lnTo>
                  <a:pt x="574561" y="1540294"/>
                </a:lnTo>
                <a:cubicBezTo>
                  <a:pt x="594874" y="1531035"/>
                  <a:pt x="616666" y="1525911"/>
                  <a:pt x="638637" y="1524978"/>
                </a:cubicBezTo>
                <a:close/>
                <a:moveTo>
                  <a:pt x="3842126" y="323999"/>
                </a:moveTo>
                <a:lnTo>
                  <a:pt x="3842126" y="849803"/>
                </a:lnTo>
                <a:lnTo>
                  <a:pt x="3316322" y="849803"/>
                </a:lnTo>
                <a:lnTo>
                  <a:pt x="3316322" y="1166195"/>
                </a:lnTo>
                <a:lnTo>
                  <a:pt x="3842126" y="1166195"/>
                </a:lnTo>
                <a:lnTo>
                  <a:pt x="3842126" y="1691999"/>
                </a:lnTo>
                <a:lnTo>
                  <a:pt x="4158518" y="1691999"/>
                </a:lnTo>
                <a:lnTo>
                  <a:pt x="4158518" y="1166195"/>
                </a:lnTo>
                <a:lnTo>
                  <a:pt x="4684322" y="1166195"/>
                </a:lnTo>
                <a:lnTo>
                  <a:pt x="4684322" y="849803"/>
                </a:lnTo>
                <a:lnTo>
                  <a:pt x="4158518" y="849803"/>
                </a:lnTo>
                <a:lnTo>
                  <a:pt x="4158518" y="323999"/>
                </a:lnTo>
                <a:close/>
                <a:moveTo>
                  <a:pt x="4003508" y="0"/>
                </a:moveTo>
                <a:cubicBezTo>
                  <a:pt x="4560211" y="0"/>
                  <a:pt x="5011508" y="451298"/>
                  <a:pt x="5011508" y="1008001"/>
                </a:cubicBezTo>
                <a:cubicBezTo>
                  <a:pt x="5011508" y="1251558"/>
                  <a:pt x="4925127" y="1474941"/>
                  <a:pt x="4781330" y="1649181"/>
                </a:cubicBezTo>
                <a:lnTo>
                  <a:pt x="4739223" y="1695510"/>
                </a:lnTo>
                <a:lnTo>
                  <a:pt x="4739222" y="4635013"/>
                </a:lnTo>
                <a:lnTo>
                  <a:pt x="4743051" y="4645573"/>
                </a:lnTo>
                <a:cubicBezTo>
                  <a:pt x="4752853" y="4711822"/>
                  <a:pt x="4723203" y="4780554"/>
                  <a:pt x="4662407" y="4817581"/>
                </a:cubicBezTo>
                <a:cubicBezTo>
                  <a:pt x="4269200" y="5057061"/>
                  <a:pt x="3875994" y="5296541"/>
                  <a:pt x="3482787" y="5536021"/>
                </a:cubicBezTo>
                <a:cubicBezTo>
                  <a:pt x="3442256" y="5560705"/>
                  <a:pt x="3395558" y="5566625"/>
                  <a:pt x="3352820" y="5556241"/>
                </a:cubicBezTo>
                <a:lnTo>
                  <a:pt x="3320856" y="5541561"/>
                </a:lnTo>
                <a:lnTo>
                  <a:pt x="3318319" y="5540967"/>
                </a:lnTo>
                <a:lnTo>
                  <a:pt x="3316122" y="5539386"/>
                </a:lnTo>
                <a:lnTo>
                  <a:pt x="3292952" y="5528745"/>
                </a:lnTo>
                <a:lnTo>
                  <a:pt x="3276285" y="5510720"/>
                </a:lnTo>
                <a:lnTo>
                  <a:pt x="3262928" y="5501107"/>
                </a:lnTo>
                <a:lnTo>
                  <a:pt x="1696476" y="3812232"/>
                </a:lnTo>
                <a:lnTo>
                  <a:pt x="1696475" y="3812232"/>
                </a:lnTo>
                <a:lnTo>
                  <a:pt x="740068" y="4612412"/>
                </a:lnTo>
                <a:cubicBezTo>
                  <a:pt x="685473" y="4658089"/>
                  <a:pt x="610859" y="4664087"/>
                  <a:pt x="551271" y="4633521"/>
                </a:cubicBezTo>
                <a:lnTo>
                  <a:pt x="549943" y="4632458"/>
                </a:lnTo>
                <a:lnTo>
                  <a:pt x="539279" y="4629728"/>
                </a:lnTo>
                <a:lnTo>
                  <a:pt x="104506" y="4419809"/>
                </a:lnTo>
                <a:cubicBezTo>
                  <a:pt x="61771" y="4399175"/>
                  <a:pt x="31445" y="4363173"/>
                  <a:pt x="16961" y="4321646"/>
                </a:cubicBezTo>
                <a:lnTo>
                  <a:pt x="16944" y="4321522"/>
                </a:lnTo>
                <a:lnTo>
                  <a:pt x="15127" y="4318997"/>
                </a:lnTo>
                <a:cubicBezTo>
                  <a:pt x="-12355" y="4257925"/>
                  <a:pt x="-2554" y="4183715"/>
                  <a:pt x="45853" y="4131525"/>
                </a:cubicBezTo>
                <a:lnTo>
                  <a:pt x="1019240" y="3082065"/>
                </a:lnTo>
                <a:lnTo>
                  <a:pt x="1253631" y="2829355"/>
                </a:lnTo>
                <a:lnTo>
                  <a:pt x="1488022" y="3082066"/>
                </a:lnTo>
                <a:lnTo>
                  <a:pt x="1726395" y="3339069"/>
                </a:lnTo>
                <a:lnTo>
                  <a:pt x="1960428" y="3591392"/>
                </a:lnTo>
                <a:lnTo>
                  <a:pt x="3219197" y="4948538"/>
                </a:lnTo>
                <a:lnTo>
                  <a:pt x="3219197" y="4281429"/>
                </a:lnTo>
                <a:lnTo>
                  <a:pt x="3180340" y="4257938"/>
                </a:lnTo>
                <a:lnTo>
                  <a:pt x="2219079" y="3374996"/>
                </a:lnTo>
                <a:lnTo>
                  <a:pt x="1963760" y="3140479"/>
                </a:lnTo>
                <a:lnTo>
                  <a:pt x="2229652" y="2918019"/>
                </a:lnTo>
                <a:lnTo>
                  <a:pt x="2484973" y="3152537"/>
                </a:lnTo>
                <a:lnTo>
                  <a:pt x="2484972" y="3152537"/>
                </a:lnTo>
                <a:lnTo>
                  <a:pt x="3219197" y="3826941"/>
                </a:lnTo>
                <a:lnTo>
                  <a:pt x="3219197" y="2538241"/>
                </a:lnTo>
                <a:lnTo>
                  <a:pt x="2484970" y="3152534"/>
                </a:lnTo>
                <a:lnTo>
                  <a:pt x="2229650" y="2918017"/>
                </a:lnTo>
                <a:lnTo>
                  <a:pt x="3219197" y="2090110"/>
                </a:lnTo>
                <a:lnTo>
                  <a:pt x="3219197" y="1640503"/>
                </a:lnTo>
                <a:lnTo>
                  <a:pt x="3167659" y="1571583"/>
                </a:lnTo>
                <a:cubicBezTo>
                  <a:pt x="3140487" y="1531364"/>
                  <a:pt x="3116142" y="1489078"/>
                  <a:pt x="3094908" y="1445010"/>
                </a:cubicBezTo>
                <a:lnTo>
                  <a:pt x="3068523" y="1378045"/>
                </a:lnTo>
                <a:lnTo>
                  <a:pt x="1911352" y="2625652"/>
                </a:lnTo>
                <a:lnTo>
                  <a:pt x="1911351" y="2625653"/>
                </a:lnTo>
                <a:lnTo>
                  <a:pt x="2229650" y="2918019"/>
                </a:lnTo>
                <a:lnTo>
                  <a:pt x="1963757" y="3140479"/>
                </a:lnTo>
                <a:lnTo>
                  <a:pt x="1677618" y="2877653"/>
                </a:lnTo>
                <a:lnTo>
                  <a:pt x="1677619" y="2877652"/>
                </a:lnTo>
                <a:lnTo>
                  <a:pt x="1424489" y="2645145"/>
                </a:lnTo>
                <a:lnTo>
                  <a:pt x="1658220" y="2393147"/>
                </a:lnTo>
                <a:lnTo>
                  <a:pt x="1658220" y="2393146"/>
                </a:lnTo>
                <a:lnTo>
                  <a:pt x="2998534" y="948084"/>
                </a:lnTo>
                <a:lnTo>
                  <a:pt x="3000713" y="904938"/>
                </a:lnTo>
                <a:cubicBezTo>
                  <a:pt x="3052332" y="396648"/>
                  <a:pt x="3481599" y="0"/>
                  <a:pt x="4003508" y="0"/>
                </a:cubicBezTo>
                <a:close/>
              </a:path>
            </a:pathLst>
          </a:custGeom>
          <a:solidFill>
            <a:srgbClr val="C0B8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DBE8738-DEAD-EC03-42B4-F284D5C7E813}"/>
              </a:ext>
            </a:extLst>
          </p:cNvPr>
          <p:cNvSpPr txBox="1"/>
          <p:nvPr/>
        </p:nvSpPr>
        <p:spPr>
          <a:xfrm>
            <a:off x="925221" y="12444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新アイコン用</a:t>
            </a:r>
          </a:p>
        </p:txBody>
      </p:sp>
    </p:spTree>
    <p:extLst>
      <p:ext uri="{BB962C8B-B14F-4D97-AF65-F5344CB8AC3E}">
        <p14:creationId xmlns:p14="http://schemas.microsoft.com/office/powerpoint/2010/main" val="2989972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C2A18-7802-E466-9FE9-7A650556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D23D4670-0797-442C-D21C-0A4B773F1D35}"/>
              </a:ext>
            </a:extLst>
          </p:cNvPr>
          <p:cNvSpPr/>
          <p:nvPr/>
        </p:nvSpPr>
        <p:spPr>
          <a:xfrm>
            <a:off x="2675999" y="18000"/>
            <a:ext cx="6840000" cy="6840000"/>
          </a:xfrm>
          <a:prstGeom prst="rect">
            <a:avLst/>
          </a:prstGeom>
          <a:solidFill>
            <a:srgbClr val="332826"/>
          </a:solidFill>
          <a:ln>
            <a:solidFill>
              <a:srgbClr val="3328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DAEE67A2-969A-3FD4-2FD3-EE71279873FC}"/>
              </a:ext>
            </a:extLst>
          </p:cNvPr>
          <p:cNvGrpSpPr/>
          <p:nvPr/>
        </p:nvGrpSpPr>
        <p:grpSpPr>
          <a:xfrm>
            <a:off x="3577944" y="848099"/>
            <a:ext cx="5036110" cy="5179802"/>
            <a:chOff x="3385150" y="838900"/>
            <a:chExt cx="4219919" cy="4340324"/>
          </a:xfrm>
        </p:grpSpPr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C7F50334-B0B6-0229-1C23-5B027969D98D}"/>
                </a:ext>
              </a:extLst>
            </p:cNvPr>
            <p:cNvSpPr/>
            <p:nvPr/>
          </p:nvSpPr>
          <p:spPr>
            <a:xfrm>
              <a:off x="7227891" y="1683253"/>
              <a:ext cx="288000" cy="2923822"/>
            </a:xfrm>
            <a:prstGeom prst="roundRect">
              <a:avLst>
                <a:gd name="adj" fmla="val 50000"/>
              </a:avLst>
            </a:pr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E3E9E174-0BD1-75FF-C537-FE1C7B2196F5}"/>
                </a:ext>
              </a:extLst>
            </p:cNvPr>
            <p:cNvSpPr/>
            <p:nvPr/>
          </p:nvSpPr>
          <p:spPr>
            <a:xfrm rot="18080590">
              <a:off x="6728130" y="794318"/>
              <a:ext cx="288000" cy="1445336"/>
            </a:xfrm>
            <a:prstGeom prst="roundRect">
              <a:avLst>
                <a:gd name="adj" fmla="val 50000"/>
              </a:avLst>
            </a:pr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E9B9A59A-03AC-D37F-52F6-57F1DDBE3AE7}"/>
                </a:ext>
              </a:extLst>
            </p:cNvPr>
            <p:cNvSpPr/>
            <p:nvPr/>
          </p:nvSpPr>
          <p:spPr>
            <a:xfrm>
              <a:off x="6242213" y="1105896"/>
              <a:ext cx="288000" cy="4073328"/>
            </a:xfrm>
            <a:prstGeom prst="roundRect">
              <a:avLst>
                <a:gd name="adj" fmla="val 50000"/>
              </a:avLst>
            </a:pr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FCB71EA8-6ADB-AE85-D57D-60BE50A6CC70}"/>
                </a:ext>
              </a:extLst>
            </p:cNvPr>
            <p:cNvSpPr/>
            <p:nvPr/>
          </p:nvSpPr>
          <p:spPr>
            <a:xfrm rot="3519410" flipV="1">
              <a:off x="6738401" y="4056009"/>
              <a:ext cx="288000" cy="1445336"/>
            </a:xfrm>
            <a:prstGeom prst="roundRect">
              <a:avLst>
                <a:gd name="adj" fmla="val 50000"/>
              </a:avLst>
            </a:pr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フリーフォーム 30">
              <a:extLst>
                <a:ext uri="{FF2B5EF4-FFF2-40B4-BE49-F238E27FC236}">
                  <a16:creationId xmlns:a16="http://schemas.microsoft.com/office/drawing/2014/main" id="{256BC00B-D740-23B0-3F36-FB01D247B304}"/>
                </a:ext>
              </a:extLst>
            </p:cNvPr>
            <p:cNvSpPr/>
            <p:nvPr/>
          </p:nvSpPr>
          <p:spPr>
            <a:xfrm rot="2570777" flipV="1">
              <a:off x="4798349" y="2627439"/>
              <a:ext cx="288000" cy="289401"/>
            </a:xfrm>
            <a:custGeom>
              <a:avLst/>
              <a:gdLst>
                <a:gd name="connsiteX0" fmla="*/ 0 w 288000"/>
                <a:gd name="connsiteY0" fmla="*/ 288003 h 289401"/>
                <a:gd name="connsiteX1" fmla="*/ 288000 w 288000"/>
                <a:gd name="connsiteY1" fmla="*/ 289401 h 289401"/>
                <a:gd name="connsiteX2" fmla="*/ 288000 w 288000"/>
                <a:gd name="connsiteY2" fmla="*/ 1397 h 289401"/>
                <a:gd name="connsiteX3" fmla="*/ 0 w 288000"/>
                <a:gd name="connsiteY3" fmla="*/ 0 h 289401"/>
                <a:gd name="connsiteX4" fmla="*/ 0 w 288000"/>
                <a:gd name="connsiteY4" fmla="*/ 288003 h 28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00" h="289401">
                  <a:moveTo>
                    <a:pt x="0" y="288003"/>
                  </a:moveTo>
                  <a:lnTo>
                    <a:pt x="288000" y="289401"/>
                  </a:lnTo>
                  <a:lnTo>
                    <a:pt x="288000" y="1397"/>
                  </a:lnTo>
                  <a:lnTo>
                    <a:pt x="0" y="0"/>
                  </a:lnTo>
                  <a:lnTo>
                    <a:pt x="0" y="288003"/>
                  </a:ln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フリーフォーム 29">
              <a:extLst>
                <a:ext uri="{FF2B5EF4-FFF2-40B4-BE49-F238E27FC236}">
                  <a16:creationId xmlns:a16="http://schemas.microsoft.com/office/drawing/2014/main" id="{307A0032-3918-5FA0-5F23-C21AFB552F3B}"/>
                </a:ext>
              </a:extLst>
            </p:cNvPr>
            <p:cNvSpPr/>
            <p:nvPr/>
          </p:nvSpPr>
          <p:spPr>
            <a:xfrm rot="2570777" flipV="1">
              <a:off x="4451202" y="2991162"/>
              <a:ext cx="288000" cy="310509"/>
            </a:xfrm>
            <a:custGeom>
              <a:avLst/>
              <a:gdLst>
                <a:gd name="connsiteX0" fmla="*/ 0 w 288000"/>
                <a:gd name="connsiteY0" fmla="*/ 310509 h 310509"/>
                <a:gd name="connsiteX1" fmla="*/ 288000 w 288000"/>
                <a:gd name="connsiteY1" fmla="*/ 288816 h 310509"/>
                <a:gd name="connsiteX2" fmla="*/ 288000 w 288000"/>
                <a:gd name="connsiteY2" fmla="*/ 0 h 310509"/>
                <a:gd name="connsiteX3" fmla="*/ 0 w 288000"/>
                <a:gd name="connsiteY3" fmla="*/ 21693 h 310509"/>
                <a:gd name="connsiteX4" fmla="*/ 0 w 288000"/>
                <a:gd name="connsiteY4" fmla="*/ 310509 h 310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00" h="310509">
                  <a:moveTo>
                    <a:pt x="0" y="310509"/>
                  </a:moveTo>
                  <a:lnTo>
                    <a:pt x="288000" y="288816"/>
                  </a:lnTo>
                  <a:lnTo>
                    <a:pt x="288000" y="0"/>
                  </a:lnTo>
                  <a:lnTo>
                    <a:pt x="0" y="21693"/>
                  </a:lnTo>
                  <a:lnTo>
                    <a:pt x="0" y="310509"/>
                  </a:ln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フリーフォーム 27">
              <a:extLst>
                <a:ext uri="{FF2B5EF4-FFF2-40B4-BE49-F238E27FC236}">
                  <a16:creationId xmlns:a16="http://schemas.microsoft.com/office/drawing/2014/main" id="{633DB400-A7D2-1985-A3A8-B8CDEE57B5C3}"/>
                </a:ext>
              </a:extLst>
            </p:cNvPr>
            <p:cNvSpPr/>
            <p:nvPr/>
          </p:nvSpPr>
          <p:spPr>
            <a:xfrm rot="2570777" flipV="1">
              <a:off x="5245072" y="3055619"/>
              <a:ext cx="327081" cy="289591"/>
            </a:xfrm>
            <a:custGeom>
              <a:avLst/>
              <a:gdLst>
                <a:gd name="connsiteX0" fmla="*/ 36590 w 327081"/>
                <a:gd name="connsiteY0" fmla="*/ 288181 h 289591"/>
                <a:gd name="connsiteX1" fmla="*/ 327081 w 327081"/>
                <a:gd name="connsiteY1" fmla="*/ 289591 h 289591"/>
                <a:gd name="connsiteX2" fmla="*/ 290491 w 327081"/>
                <a:gd name="connsiteY2" fmla="*/ 1410 h 289591"/>
                <a:gd name="connsiteX3" fmla="*/ 0 w 327081"/>
                <a:gd name="connsiteY3" fmla="*/ 0 h 289591"/>
                <a:gd name="connsiteX4" fmla="*/ 36590 w 327081"/>
                <a:gd name="connsiteY4" fmla="*/ 288181 h 289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081" h="289591">
                  <a:moveTo>
                    <a:pt x="36590" y="288181"/>
                  </a:moveTo>
                  <a:lnTo>
                    <a:pt x="327081" y="289591"/>
                  </a:lnTo>
                  <a:lnTo>
                    <a:pt x="290491" y="1410"/>
                  </a:lnTo>
                  <a:lnTo>
                    <a:pt x="0" y="0"/>
                  </a:lnTo>
                  <a:lnTo>
                    <a:pt x="36590" y="288181"/>
                  </a:ln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フリーフォーム 26">
              <a:extLst>
                <a:ext uri="{FF2B5EF4-FFF2-40B4-BE49-F238E27FC236}">
                  <a16:creationId xmlns:a16="http://schemas.microsoft.com/office/drawing/2014/main" id="{8E8C204E-94D6-33C3-1FCF-1D267E743E31}"/>
                </a:ext>
              </a:extLst>
            </p:cNvPr>
            <p:cNvSpPr/>
            <p:nvPr/>
          </p:nvSpPr>
          <p:spPr>
            <a:xfrm rot="2570777" flipV="1">
              <a:off x="4816869" y="3406137"/>
              <a:ext cx="323885" cy="307739"/>
            </a:xfrm>
            <a:custGeom>
              <a:avLst/>
              <a:gdLst>
                <a:gd name="connsiteX0" fmla="*/ 36324 w 323885"/>
                <a:gd name="connsiteY0" fmla="*/ 307739 h 307739"/>
                <a:gd name="connsiteX1" fmla="*/ 323885 w 323885"/>
                <a:gd name="connsiteY1" fmla="*/ 286080 h 307739"/>
                <a:gd name="connsiteX2" fmla="*/ 287562 w 323885"/>
                <a:gd name="connsiteY2" fmla="*/ 0 h 307739"/>
                <a:gd name="connsiteX3" fmla="*/ 0 w 323885"/>
                <a:gd name="connsiteY3" fmla="*/ 21659 h 307739"/>
                <a:gd name="connsiteX4" fmla="*/ 36324 w 323885"/>
                <a:gd name="connsiteY4" fmla="*/ 307739 h 30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85" h="307739">
                  <a:moveTo>
                    <a:pt x="36324" y="307739"/>
                  </a:moveTo>
                  <a:lnTo>
                    <a:pt x="323885" y="286080"/>
                  </a:lnTo>
                  <a:lnTo>
                    <a:pt x="287562" y="0"/>
                  </a:lnTo>
                  <a:lnTo>
                    <a:pt x="0" y="21659"/>
                  </a:lnTo>
                  <a:lnTo>
                    <a:pt x="36324" y="307739"/>
                  </a:ln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フリーフォーム 25">
              <a:extLst>
                <a:ext uri="{FF2B5EF4-FFF2-40B4-BE49-F238E27FC236}">
                  <a16:creationId xmlns:a16="http://schemas.microsoft.com/office/drawing/2014/main" id="{EEB5FE08-3F9C-6569-7630-565906417868}"/>
                </a:ext>
              </a:extLst>
            </p:cNvPr>
            <p:cNvSpPr/>
            <p:nvPr/>
          </p:nvSpPr>
          <p:spPr>
            <a:xfrm rot="2570777" flipV="1">
              <a:off x="5613104" y="838900"/>
              <a:ext cx="288000" cy="2109616"/>
            </a:xfrm>
            <a:custGeom>
              <a:avLst/>
              <a:gdLst>
                <a:gd name="connsiteX0" fmla="*/ 42177 w 288000"/>
                <a:gd name="connsiteY0" fmla="*/ 2067440 h 2109616"/>
                <a:gd name="connsiteX1" fmla="*/ 144000 w 288000"/>
                <a:gd name="connsiteY1" fmla="*/ 2109616 h 2109616"/>
                <a:gd name="connsiteX2" fmla="*/ 288000 w 288000"/>
                <a:gd name="connsiteY2" fmla="*/ 1965616 h 2109616"/>
                <a:gd name="connsiteX3" fmla="*/ 288000 w 288000"/>
                <a:gd name="connsiteY3" fmla="*/ 1398 h 2109616"/>
                <a:gd name="connsiteX4" fmla="*/ 0 w 288000"/>
                <a:gd name="connsiteY4" fmla="*/ 0 h 2109616"/>
                <a:gd name="connsiteX5" fmla="*/ 0 w 288000"/>
                <a:gd name="connsiteY5" fmla="*/ 1965616 h 2109616"/>
                <a:gd name="connsiteX6" fmla="*/ 42177 w 288000"/>
                <a:gd name="connsiteY6" fmla="*/ 2067440 h 2109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8000" h="2109616">
                  <a:moveTo>
                    <a:pt x="42177" y="2067440"/>
                  </a:moveTo>
                  <a:cubicBezTo>
                    <a:pt x="68236" y="2093498"/>
                    <a:pt x="104236" y="2109616"/>
                    <a:pt x="144000" y="2109616"/>
                  </a:cubicBezTo>
                  <a:cubicBezTo>
                    <a:pt x="223529" y="2109616"/>
                    <a:pt x="288000" y="2045145"/>
                    <a:pt x="288000" y="1965616"/>
                  </a:cubicBezTo>
                  <a:lnTo>
                    <a:pt x="288000" y="1398"/>
                  </a:lnTo>
                  <a:lnTo>
                    <a:pt x="0" y="0"/>
                  </a:lnTo>
                  <a:lnTo>
                    <a:pt x="0" y="1965616"/>
                  </a:lnTo>
                  <a:cubicBezTo>
                    <a:pt x="0" y="2005381"/>
                    <a:pt x="16118" y="2041381"/>
                    <a:pt x="42177" y="2067440"/>
                  </a:cubicBez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フリーフォーム 24">
              <a:extLst>
                <a:ext uri="{FF2B5EF4-FFF2-40B4-BE49-F238E27FC236}">
                  <a16:creationId xmlns:a16="http://schemas.microsoft.com/office/drawing/2014/main" id="{EFA37E8B-181F-72D5-9830-F5FF42569ED1}"/>
                </a:ext>
              </a:extLst>
            </p:cNvPr>
            <p:cNvSpPr/>
            <p:nvPr/>
          </p:nvSpPr>
          <p:spPr>
            <a:xfrm rot="2570777" flipV="1">
              <a:off x="3826967" y="2134704"/>
              <a:ext cx="1162772" cy="292946"/>
            </a:xfrm>
            <a:custGeom>
              <a:avLst/>
              <a:gdLst>
                <a:gd name="connsiteX0" fmla="*/ 41683 w 1162772"/>
                <a:gd name="connsiteY0" fmla="*/ 245329 h 292946"/>
                <a:gd name="connsiteX1" fmla="*/ 143300 w 1162772"/>
                <a:gd name="connsiteY1" fmla="*/ 287999 h 292946"/>
                <a:gd name="connsiteX2" fmla="*/ 1162772 w 1162772"/>
                <a:gd name="connsiteY2" fmla="*/ 292946 h 292946"/>
                <a:gd name="connsiteX3" fmla="*/ 1162772 w 1162772"/>
                <a:gd name="connsiteY3" fmla="*/ 4943 h 292946"/>
                <a:gd name="connsiteX4" fmla="*/ 144698 w 1162772"/>
                <a:gd name="connsiteY4" fmla="*/ 2 h 292946"/>
                <a:gd name="connsiteX5" fmla="*/ 1 w 1162772"/>
                <a:gd name="connsiteY5" fmla="*/ 143301 h 292946"/>
                <a:gd name="connsiteX6" fmla="*/ 41683 w 1162772"/>
                <a:gd name="connsiteY6" fmla="*/ 245329 h 292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2772" h="292946">
                  <a:moveTo>
                    <a:pt x="41683" y="245329"/>
                  </a:moveTo>
                  <a:cubicBezTo>
                    <a:pt x="67615" y="271514"/>
                    <a:pt x="103536" y="287806"/>
                    <a:pt x="143300" y="287999"/>
                  </a:cubicBezTo>
                  <a:lnTo>
                    <a:pt x="1162772" y="292946"/>
                  </a:lnTo>
                  <a:lnTo>
                    <a:pt x="1162772" y="4943"/>
                  </a:lnTo>
                  <a:lnTo>
                    <a:pt x="144698" y="2"/>
                  </a:lnTo>
                  <a:cubicBezTo>
                    <a:pt x="65170" y="-383"/>
                    <a:pt x="387" y="63773"/>
                    <a:pt x="1" y="143301"/>
                  </a:cubicBezTo>
                  <a:cubicBezTo>
                    <a:pt x="-192" y="183066"/>
                    <a:pt x="15751" y="219144"/>
                    <a:pt x="41683" y="245329"/>
                  </a:cubicBez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フリーフォーム 23">
              <a:extLst>
                <a:ext uri="{FF2B5EF4-FFF2-40B4-BE49-F238E27FC236}">
                  <a16:creationId xmlns:a16="http://schemas.microsoft.com/office/drawing/2014/main" id="{4420E339-A017-E355-602A-A3ED943BC6C9}"/>
                </a:ext>
              </a:extLst>
            </p:cNvPr>
            <p:cNvSpPr/>
            <p:nvPr/>
          </p:nvSpPr>
          <p:spPr>
            <a:xfrm rot="2570777" flipV="1">
              <a:off x="3385150" y="2371894"/>
              <a:ext cx="1317541" cy="376806"/>
            </a:xfrm>
            <a:custGeom>
              <a:avLst/>
              <a:gdLst>
                <a:gd name="connsiteX0" fmla="*/ 50119 w 1317541"/>
                <a:gd name="connsiteY0" fmla="*/ 341983 h 376806"/>
                <a:gd name="connsiteX1" fmla="*/ 154822 w 1317541"/>
                <a:gd name="connsiteY1" fmla="*/ 376393 h 376806"/>
                <a:gd name="connsiteX2" fmla="*/ 1317541 w 1317541"/>
                <a:gd name="connsiteY2" fmla="*/ 288816 h 376806"/>
                <a:gd name="connsiteX3" fmla="*/ 1317541 w 1317541"/>
                <a:gd name="connsiteY3" fmla="*/ 0 h 376806"/>
                <a:gd name="connsiteX4" fmla="*/ 133191 w 1317541"/>
                <a:gd name="connsiteY4" fmla="*/ 89206 h 376806"/>
                <a:gd name="connsiteX5" fmla="*/ 413 w 1317541"/>
                <a:gd name="connsiteY5" fmla="*/ 243615 h 376806"/>
                <a:gd name="connsiteX6" fmla="*/ 50119 w 1317541"/>
                <a:gd name="connsiteY6" fmla="*/ 341983 h 376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7541" h="376806">
                  <a:moveTo>
                    <a:pt x="50119" y="341983"/>
                  </a:moveTo>
                  <a:cubicBezTo>
                    <a:pt x="78061" y="366011"/>
                    <a:pt x="115170" y="379380"/>
                    <a:pt x="154822" y="376393"/>
                  </a:cubicBezTo>
                  <a:lnTo>
                    <a:pt x="1317541" y="288816"/>
                  </a:lnTo>
                  <a:lnTo>
                    <a:pt x="1317541" y="0"/>
                  </a:lnTo>
                  <a:lnTo>
                    <a:pt x="133191" y="89206"/>
                  </a:lnTo>
                  <a:cubicBezTo>
                    <a:pt x="53886" y="95179"/>
                    <a:pt x="-5560" y="164310"/>
                    <a:pt x="413" y="243615"/>
                  </a:cubicBezTo>
                  <a:cubicBezTo>
                    <a:pt x="3399" y="283267"/>
                    <a:pt x="22176" y="317955"/>
                    <a:pt x="50119" y="341983"/>
                  </a:cubicBez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フリーフォーム 22">
              <a:extLst>
                <a:ext uri="{FF2B5EF4-FFF2-40B4-BE49-F238E27FC236}">
                  <a16:creationId xmlns:a16="http://schemas.microsoft.com/office/drawing/2014/main" id="{AC22B0E5-AAE3-68F0-9412-025CA2C1C4BE}"/>
                </a:ext>
              </a:extLst>
            </p:cNvPr>
            <p:cNvSpPr/>
            <p:nvPr/>
          </p:nvSpPr>
          <p:spPr>
            <a:xfrm rot="2570777" flipV="1">
              <a:off x="5785340" y="2060089"/>
              <a:ext cx="431401" cy="1264208"/>
            </a:xfrm>
            <a:custGeom>
              <a:avLst/>
              <a:gdLst>
                <a:gd name="connsiteX0" fmla="*/ 199199 w 431401"/>
                <a:gd name="connsiteY0" fmla="*/ 1234032 h 1264208"/>
                <a:gd name="connsiteX1" fmla="*/ 305525 w 431401"/>
                <a:gd name="connsiteY1" fmla="*/ 1263046 h 1264208"/>
                <a:gd name="connsiteX2" fmla="*/ 430239 w 431401"/>
                <a:gd name="connsiteY2" fmla="*/ 1102055 h 1264208"/>
                <a:gd name="connsiteX3" fmla="*/ 290491 w 431401"/>
                <a:gd name="connsiteY3" fmla="*/ 1410 h 1264208"/>
                <a:gd name="connsiteX4" fmla="*/ 0 w 431401"/>
                <a:gd name="connsiteY4" fmla="*/ 0 h 1264208"/>
                <a:gd name="connsiteX5" fmla="*/ 144533 w 431401"/>
                <a:gd name="connsiteY5" fmla="*/ 1138332 h 1264208"/>
                <a:gd name="connsiteX6" fmla="*/ 199199 w 431401"/>
                <a:gd name="connsiteY6" fmla="*/ 1234032 h 126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401" h="1264208">
                  <a:moveTo>
                    <a:pt x="199199" y="1234032"/>
                  </a:moveTo>
                  <a:cubicBezTo>
                    <a:pt x="228333" y="1256601"/>
                    <a:pt x="266076" y="1268055"/>
                    <a:pt x="305525" y="1263046"/>
                  </a:cubicBezTo>
                  <a:cubicBezTo>
                    <a:pt x="384420" y="1253029"/>
                    <a:pt x="440256" y="1180951"/>
                    <a:pt x="430239" y="1102055"/>
                  </a:cubicBezTo>
                  <a:lnTo>
                    <a:pt x="290491" y="1410"/>
                  </a:lnTo>
                  <a:lnTo>
                    <a:pt x="0" y="0"/>
                  </a:lnTo>
                  <a:lnTo>
                    <a:pt x="144533" y="1138332"/>
                  </a:lnTo>
                  <a:cubicBezTo>
                    <a:pt x="149542" y="1177780"/>
                    <a:pt x="170065" y="1211462"/>
                    <a:pt x="199199" y="1234032"/>
                  </a:cubicBez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フリーフォーム 21">
              <a:extLst>
                <a:ext uri="{FF2B5EF4-FFF2-40B4-BE49-F238E27FC236}">
                  <a16:creationId xmlns:a16="http://schemas.microsoft.com/office/drawing/2014/main" id="{DBB69E33-A44B-4EA6-5A7E-36A44336E503}"/>
                </a:ext>
              </a:extLst>
            </p:cNvPr>
            <p:cNvSpPr/>
            <p:nvPr/>
          </p:nvSpPr>
          <p:spPr>
            <a:xfrm rot="2570777" flipV="1">
              <a:off x="5000685" y="2847163"/>
              <a:ext cx="362146" cy="289761"/>
            </a:xfrm>
            <a:custGeom>
              <a:avLst/>
              <a:gdLst>
                <a:gd name="connsiteX0" fmla="*/ 0 w 362146"/>
                <a:gd name="connsiteY0" fmla="*/ 288004 h 289761"/>
                <a:gd name="connsiteX1" fmla="*/ 362146 w 362146"/>
                <a:gd name="connsiteY1" fmla="*/ 289761 h 289761"/>
                <a:gd name="connsiteX2" fmla="*/ 325556 w 362146"/>
                <a:gd name="connsiteY2" fmla="*/ 1580 h 289761"/>
                <a:gd name="connsiteX3" fmla="*/ 0 w 362146"/>
                <a:gd name="connsiteY3" fmla="*/ 0 h 289761"/>
                <a:gd name="connsiteX4" fmla="*/ 0 w 362146"/>
                <a:gd name="connsiteY4" fmla="*/ 288004 h 28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146" h="289761">
                  <a:moveTo>
                    <a:pt x="0" y="288004"/>
                  </a:moveTo>
                  <a:lnTo>
                    <a:pt x="362146" y="289761"/>
                  </a:lnTo>
                  <a:lnTo>
                    <a:pt x="325556" y="158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フリーフォーム 19">
              <a:extLst>
                <a:ext uri="{FF2B5EF4-FFF2-40B4-BE49-F238E27FC236}">
                  <a16:creationId xmlns:a16="http://schemas.microsoft.com/office/drawing/2014/main" id="{9CD1E4F0-5F71-C16C-1B24-2016ADAE50A7}"/>
                </a:ext>
              </a:extLst>
            </p:cNvPr>
            <p:cNvSpPr/>
            <p:nvPr/>
          </p:nvSpPr>
          <p:spPr>
            <a:xfrm rot="2570777" flipV="1">
              <a:off x="3903598" y="3065119"/>
              <a:ext cx="288000" cy="1343399"/>
            </a:xfrm>
            <a:custGeom>
              <a:avLst/>
              <a:gdLst>
                <a:gd name="connsiteX0" fmla="*/ 0 w 288000"/>
                <a:gd name="connsiteY0" fmla="*/ 1343399 h 1343399"/>
                <a:gd name="connsiteX1" fmla="*/ 288000 w 288000"/>
                <a:gd name="connsiteY1" fmla="*/ 1321706 h 1343399"/>
                <a:gd name="connsiteX2" fmla="*/ 288000 w 288000"/>
                <a:gd name="connsiteY2" fmla="*/ 144000 h 1343399"/>
                <a:gd name="connsiteX3" fmla="*/ 144000 w 288000"/>
                <a:gd name="connsiteY3" fmla="*/ 0 h 1343399"/>
                <a:gd name="connsiteX4" fmla="*/ 0 w 288000"/>
                <a:gd name="connsiteY4" fmla="*/ 144000 h 1343399"/>
                <a:gd name="connsiteX5" fmla="*/ 0 w 288000"/>
                <a:gd name="connsiteY5" fmla="*/ 1343399 h 134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8000" h="1343399">
                  <a:moveTo>
                    <a:pt x="0" y="1343399"/>
                  </a:moveTo>
                  <a:lnTo>
                    <a:pt x="288000" y="1321706"/>
                  </a:lnTo>
                  <a:lnTo>
                    <a:pt x="288000" y="144000"/>
                  </a:lnTo>
                  <a:cubicBezTo>
                    <a:pt x="288001" y="64471"/>
                    <a:pt x="223529" y="0"/>
                    <a:pt x="144000" y="0"/>
                  </a:cubicBezTo>
                  <a:cubicBezTo>
                    <a:pt x="64472" y="0"/>
                    <a:pt x="0" y="64471"/>
                    <a:pt x="0" y="144000"/>
                  </a:cubicBezTo>
                  <a:lnTo>
                    <a:pt x="0" y="1343399"/>
                  </a:ln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フリーフォーム 18">
              <a:extLst>
                <a:ext uri="{FF2B5EF4-FFF2-40B4-BE49-F238E27FC236}">
                  <a16:creationId xmlns:a16="http://schemas.microsoft.com/office/drawing/2014/main" id="{CF4CC14D-4324-13D0-7A29-F64A7ED417F7}"/>
                </a:ext>
              </a:extLst>
            </p:cNvPr>
            <p:cNvSpPr/>
            <p:nvPr/>
          </p:nvSpPr>
          <p:spPr>
            <a:xfrm rot="2570777" flipV="1">
              <a:off x="4647758" y="3204897"/>
              <a:ext cx="292892" cy="308141"/>
            </a:xfrm>
            <a:custGeom>
              <a:avLst/>
              <a:gdLst>
                <a:gd name="connsiteX0" fmla="*/ 0 w 292892"/>
                <a:gd name="connsiteY0" fmla="*/ 308141 h 308141"/>
                <a:gd name="connsiteX1" fmla="*/ 292892 w 292892"/>
                <a:gd name="connsiteY1" fmla="*/ 286080 h 308141"/>
                <a:gd name="connsiteX2" fmla="*/ 256568 w 292892"/>
                <a:gd name="connsiteY2" fmla="*/ 0 h 308141"/>
                <a:gd name="connsiteX3" fmla="*/ 0 w 292892"/>
                <a:gd name="connsiteY3" fmla="*/ 19325 h 308141"/>
                <a:gd name="connsiteX4" fmla="*/ 0 w 292892"/>
                <a:gd name="connsiteY4" fmla="*/ 308141 h 308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892" h="308141">
                  <a:moveTo>
                    <a:pt x="0" y="308141"/>
                  </a:moveTo>
                  <a:lnTo>
                    <a:pt x="292892" y="286080"/>
                  </a:lnTo>
                  <a:lnTo>
                    <a:pt x="256568" y="0"/>
                  </a:lnTo>
                  <a:lnTo>
                    <a:pt x="0" y="19325"/>
                  </a:lnTo>
                  <a:lnTo>
                    <a:pt x="0" y="308141"/>
                  </a:ln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フリーフォーム 16">
              <a:extLst>
                <a:ext uri="{FF2B5EF4-FFF2-40B4-BE49-F238E27FC236}">
                  <a16:creationId xmlns:a16="http://schemas.microsoft.com/office/drawing/2014/main" id="{483F8F8B-0390-4096-6A19-9AC84571247B}"/>
                </a:ext>
              </a:extLst>
            </p:cNvPr>
            <p:cNvSpPr/>
            <p:nvPr/>
          </p:nvSpPr>
          <p:spPr>
            <a:xfrm rot="2570777" flipV="1">
              <a:off x="5338887" y="3558290"/>
              <a:ext cx="1236976" cy="293305"/>
            </a:xfrm>
            <a:custGeom>
              <a:avLst/>
              <a:gdLst>
                <a:gd name="connsiteX0" fmla="*/ 36590 w 1236976"/>
                <a:gd name="connsiteY0" fmla="*/ 288181 h 293305"/>
                <a:gd name="connsiteX1" fmla="*/ 1092278 w 1236976"/>
                <a:gd name="connsiteY1" fmla="*/ 293304 h 293305"/>
                <a:gd name="connsiteX2" fmla="*/ 1236975 w 1236976"/>
                <a:gd name="connsiteY2" fmla="*/ 150004 h 293305"/>
                <a:gd name="connsiteX3" fmla="*/ 1093676 w 1236976"/>
                <a:gd name="connsiteY3" fmla="*/ 5307 h 293305"/>
                <a:gd name="connsiteX4" fmla="*/ 0 w 1236976"/>
                <a:gd name="connsiteY4" fmla="*/ 0 h 293305"/>
                <a:gd name="connsiteX5" fmla="*/ 36590 w 1236976"/>
                <a:gd name="connsiteY5" fmla="*/ 288181 h 29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6976" h="293305">
                  <a:moveTo>
                    <a:pt x="36590" y="288181"/>
                  </a:moveTo>
                  <a:lnTo>
                    <a:pt x="1092278" y="293304"/>
                  </a:lnTo>
                  <a:cubicBezTo>
                    <a:pt x="1171806" y="293689"/>
                    <a:pt x="1236589" y="229532"/>
                    <a:pt x="1236975" y="150004"/>
                  </a:cubicBezTo>
                  <a:cubicBezTo>
                    <a:pt x="1237360" y="70476"/>
                    <a:pt x="1173204" y="5693"/>
                    <a:pt x="1093676" y="5307"/>
                  </a:cubicBezTo>
                  <a:lnTo>
                    <a:pt x="0" y="0"/>
                  </a:lnTo>
                  <a:lnTo>
                    <a:pt x="36590" y="288181"/>
                  </a:ln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フリーフォーム 15">
              <a:extLst>
                <a:ext uri="{FF2B5EF4-FFF2-40B4-BE49-F238E27FC236}">
                  <a16:creationId xmlns:a16="http://schemas.microsoft.com/office/drawing/2014/main" id="{AFFF1C87-44A5-3026-903E-DF35EE98777C}"/>
                </a:ext>
              </a:extLst>
            </p:cNvPr>
            <p:cNvSpPr/>
            <p:nvPr/>
          </p:nvSpPr>
          <p:spPr>
            <a:xfrm rot="2570777" flipV="1">
              <a:off x="4215733" y="3442103"/>
              <a:ext cx="418483" cy="1184114"/>
            </a:xfrm>
            <a:custGeom>
              <a:avLst/>
              <a:gdLst>
                <a:gd name="connsiteX0" fmla="*/ 130921 w 418483"/>
                <a:gd name="connsiteY0" fmla="*/ 1184114 h 1184114"/>
                <a:gd name="connsiteX1" fmla="*/ 418483 w 418483"/>
                <a:gd name="connsiteY1" fmla="*/ 1162455 h 1184114"/>
                <a:gd name="connsiteX2" fmla="*/ 286869 w 418483"/>
                <a:gd name="connsiteY2" fmla="*/ 125878 h 1184114"/>
                <a:gd name="connsiteX3" fmla="*/ 125879 w 418483"/>
                <a:gd name="connsiteY3" fmla="*/ 1163 h 1184114"/>
                <a:gd name="connsiteX4" fmla="*/ 1163 w 418483"/>
                <a:gd name="connsiteY4" fmla="*/ 162153 h 1184114"/>
                <a:gd name="connsiteX5" fmla="*/ 130921 w 418483"/>
                <a:gd name="connsiteY5" fmla="*/ 1184114 h 118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8483" h="1184114">
                  <a:moveTo>
                    <a:pt x="130921" y="1184114"/>
                  </a:moveTo>
                  <a:lnTo>
                    <a:pt x="418483" y="1162455"/>
                  </a:lnTo>
                  <a:lnTo>
                    <a:pt x="286869" y="125878"/>
                  </a:lnTo>
                  <a:cubicBezTo>
                    <a:pt x="276852" y="46982"/>
                    <a:pt x="204774" y="-8855"/>
                    <a:pt x="125879" y="1163"/>
                  </a:cubicBezTo>
                  <a:cubicBezTo>
                    <a:pt x="46983" y="11180"/>
                    <a:pt x="-8855" y="83258"/>
                    <a:pt x="1163" y="162153"/>
                  </a:cubicBezTo>
                  <a:lnTo>
                    <a:pt x="130921" y="1184114"/>
                  </a:ln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リーフォーム 14">
              <a:extLst>
                <a:ext uri="{FF2B5EF4-FFF2-40B4-BE49-F238E27FC236}">
                  <a16:creationId xmlns:a16="http://schemas.microsoft.com/office/drawing/2014/main" id="{F8793F49-16C5-BAA0-C531-E7AC1F964800}"/>
                </a:ext>
              </a:extLst>
            </p:cNvPr>
            <p:cNvSpPr/>
            <p:nvPr/>
          </p:nvSpPr>
          <p:spPr>
            <a:xfrm rot="2570777" flipV="1">
              <a:off x="4736684" y="4198015"/>
              <a:ext cx="2079541" cy="431466"/>
            </a:xfrm>
            <a:custGeom>
              <a:avLst/>
              <a:gdLst>
                <a:gd name="connsiteX0" fmla="*/ 36323 w 2079541"/>
                <a:gd name="connsiteY0" fmla="*/ 431466 h 431466"/>
                <a:gd name="connsiteX1" fmla="*/ 1946350 w 2079541"/>
                <a:gd name="connsiteY1" fmla="*/ 287601 h 431466"/>
                <a:gd name="connsiteX2" fmla="*/ 2079128 w 2079541"/>
                <a:gd name="connsiteY2" fmla="*/ 133192 h 431466"/>
                <a:gd name="connsiteX3" fmla="*/ 1924719 w 2079541"/>
                <a:gd name="connsiteY3" fmla="*/ 414 h 431466"/>
                <a:gd name="connsiteX4" fmla="*/ 0 w 2079541"/>
                <a:gd name="connsiteY4" fmla="*/ 145386 h 431466"/>
                <a:gd name="connsiteX5" fmla="*/ 36323 w 2079541"/>
                <a:gd name="connsiteY5" fmla="*/ 431466 h 431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9541" h="431466">
                  <a:moveTo>
                    <a:pt x="36323" y="431466"/>
                  </a:moveTo>
                  <a:lnTo>
                    <a:pt x="1946350" y="287601"/>
                  </a:lnTo>
                  <a:cubicBezTo>
                    <a:pt x="2025654" y="281628"/>
                    <a:pt x="2085101" y="212496"/>
                    <a:pt x="2079128" y="133192"/>
                  </a:cubicBezTo>
                  <a:cubicBezTo>
                    <a:pt x="2073154" y="53888"/>
                    <a:pt x="2004023" y="-5558"/>
                    <a:pt x="1924719" y="414"/>
                  </a:cubicBezTo>
                  <a:lnTo>
                    <a:pt x="0" y="145386"/>
                  </a:lnTo>
                  <a:lnTo>
                    <a:pt x="36323" y="431466"/>
                  </a:ln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角丸四角形 12">
              <a:extLst>
                <a:ext uri="{FF2B5EF4-FFF2-40B4-BE49-F238E27FC236}">
                  <a16:creationId xmlns:a16="http://schemas.microsoft.com/office/drawing/2014/main" id="{2CFDF805-AD00-7AF8-8F13-DE2B90BD9154}"/>
                </a:ext>
              </a:extLst>
            </p:cNvPr>
            <p:cNvSpPr/>
            <p:nvPr/>
          </p:nvSpPr>
          <p:spPr>
            <a:xfrm rot="3853656">
              <a:off x="3736213" y="1735088"/>
              <a:ext cx="288000" cy="692553"/>
            </a:xfrm>
            <a:prstGeom prst="roundRect">
              <a:avLst>
                <a:gd name="adj" fmla="val 50000"/>
              </a:avLst>
            </a:pr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1AA65402-0639-765B-F0E8-527007001545}"/>
                </a:ext>
              </a:extLst>
            </p:cNvPr>
            <p:cNvSpPr/>
            <p:nvPr/>
          </p:nvSpPr>
          <p:spPr>
            <a:xfrm rot="17746344" flipV="1">
              <a:off x="3733084" y="3879353"/>
              <a:ext cx="288000" cy="692553"/>
            </a:xfrm>
            <a:prstGeom prst="roundRect">
              <a:avLst>
                <a:gd name="adj" fmla="val 50000"/>
              </a:avLst>
            </a:prstGeom>
            <a:solidFill>
              <a:srgbClr val="C0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4" name="円/楕円 33">
            <a:extLst>
              <a:ext uri="{FF2B5EF4-FFF2-40B4-BE49-F238E27FC236}">
                <a16:creationId xmlns:a16="http://schemas.microsoft.com/office/drawing/2014/main" id="{68F8C3A8-CD93-7C9B-9CD8-B78902979F1A}"/>
              </a:ext>
            </a:extLst>
          </p:cNvPr>
          <p:cNvSpPr/>
          <p:nvPr/>
        </p:nvSpPr>
        <p:spPr>
          <a:xfrm>
            <a:off x="6763914" y="519854"/>
            <a:ext cx="2016000" cy="2016000"/>
          </a:xfrm>
          <a:prstGeom prst="ellipse">
            <a:avLst/>
          </a:prstGeom>
          <a:solidFill>
            <a:srgbClr val="C0B8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十字形 34">
            <a:extLst>
              <a:ext uri="{FF2B5EF4-FFF2-40B4-BE49-F238E27FC236}">
                <a16:creationId xmlns:a16="http://schemas.microsoft.com/office/drawing/2014/main" id="{CCE7BC3F-3D53-6324-AA4B-3EF749BBD9FB}"/>
              </a:ext>
            </a:extLst>
          </p:cNvPr>
          <p:cNvSpPr/>
          <p:nvPr/>
        </p:nvSpPr>
        <p:spPr>
          <a:xfrm>
            <a:off x="7084728" y="843854"/>
            <a:ext cx="1368000" cy="1368000"/>
          </a:xfrm>
          <a:prstGeom prst="plus">
            <a:avLst>
              <a:gd name="adj" fmla="val 38436"/>
            </a:avLst>
          </a:prstGeom>
          <a:solidFill>
            <a:srgbClr val="332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5798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FF3F9-DCC9-1C5A-2E18-4BD592F52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48E3872-E510-985B-B2FA-C412D80852A8}"/>
              </a:ext>
            </a:extLst>
          </p:cNvPr>
          <p:cNvSpPr/>
          <p:nvPr/>
        </p:nvSpPr>
        <p:spPr>
          <a:xfrm>
            <a:off x="2676000" y="0"/>
            <a:ext cx="6840000" cy="6840000"/>
          </a:xfrm>
          <a:prstGeom prst="rect">
            <a:avLst/>
          </a:prstGeom>
          <a:solidFill>
            <a:srgbClr val="E8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1CB3E30-1AB7-C44D-7EC0-E634DDDB0F32}"/>
              </a:ext>
            </a:extLst>
          </p:cNvPr>
          <p:cNvGrpSpPr/>
          <p:nvPr/>
        </p:nvGrpSpPr>
        <p:grpSpPr>
          <a:xfrm>
            <a:off x="3571003" y="840960"/>
            <a:ext cx="5049992" cy="5194080"/>
            <a:chOff x="3385150" y="838900"/>
            <a:chExt cx="4219919" cy="4340324"/>
          </a:xfrm>
          <a:solidFill>
            <a:srgbClr val="6D6766"/>
          </a:solidFill>
        </p:grpSpPr>
        <p:sp>
          <p:nvSpPr>
            <p:cNvPr id="4" name="角丸四角形 3">
              <a:extLst>
                <a:ext uri="{FF2B5EF4-FFF2-40B4-BE49-F238E27FC236}">
                  <a16:creationId xmlns:a16="http://schemas.microsoft.com/office/drawing/2014/main" id="{59B3D2D9-6E5C-34F1-F2D3-787614BE4C5C}"/>
                </a:ext>
              </a:extLst>
            </p:cNvPr>
            <p:cNvSpPr/>
            <p:nvPr/>
          </p:nvSpPr>
          <p:spPr>
            <a:xfrm>
              <a:off x="7227891" y="1683253"/>
              <a:ext cx="288000" cy="292382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角丸四角形 4">
              <a:extLst>
                <a:ext uri="{FF2B5EF4-FFF2-40B4-BE49-F238E27FC236}">
                  <a16:creationId xmlns:a16="http://schemas.microsoft.com/office/drawing/2014/main" id="{7586F505-DC2B-F0A6-AB36-D9039A2849D2}"/>
                </a:ext>
              </a:extLst>
            </p:cNvPr>
            <p:cNvSpPr/>
            <p:nvPr/>
          </p:nvSpPr>
          <p:spPr>
            <a:xfrm rot="18080590">
              <a:off x="6728130" y="794318"/>
              <a:ext cx="288000" cy="14453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角丸四角形 6">
              <a:extLst>
                <a:ext uri="{FF2B5EF4-FFF2-40B4-BE49-F238E27FC236}">
                  <a16:creationId xmlns:a16="http://schemas.microsoft.com/office/drawing/2014/main" id="{8D3EC1C6-6B35-AF51-AD30-D1DC20688257}"/>
                </a:ext>
              </a:extLst>
            </p:cNvPr>
            <p:cNvSpPr/>
            <p:nvPr/>
          </p:nvSpPr>
          <p:spPr>
            <a:xfrm>
              <a:off x="6242213" y="1105896"/>
              <a:ext cx="288000" cy="407332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角丸四角形 7">
              <a:extLst>
                <a:ext uri="{FF2B5EF4-FFF2-40B4-BE49-F238E27FC236}">
                  <a16:creationId xmlns:a16="http://schemas.microsoft.com/office/drawing/2014/main" id="{62F02C55-AC5D-1D0B-76F8-DC32664E3342}"/>
                </a:ext>
              </a:extLst>
            </p:cNvPr>
            <p:cNvSpPr/>
            <p:nvPr/>
          </p:nvSpPr>
          <p:spPr>
            <a:xfrm rot="3519410" flipV="1">
              <a:off x="6738401" y="4056009"/>
              <a:ext cx="288000" cy="144533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フリーフォーム 8">
              <a:extLst>
                <a:ext uri="{FF2B5EF4-FFF2-40B4-BE49-F238E27FC236}">
                  <a16:creationId xmlns:a16="http://schemas.microsoft.com/office/drawing/2014/main" id="{6ED927A1-97E1-050F-FBC1-271840F160A8}"/>
                </a:ext>
              </a:extLst>
            </p:cNvPr>
            <p:cNvSpPr/>
            <p:nvPr/>
          </p:nvSpPr>
          <p:spPr>
            <a:xfrm rot="2570777" flipV="1">
              <a:off x="4798349" y="2627439"/>
              <a:ext cx="288000" cy="289401"/>
            </a:xfrm>
            <a:custGeom>
              <a:avLst/>
              <a:gdLst>
                <a:gd name="connsiteX0" fmla="*/ 0 w 288000"/>
                <a:gd name="connsiteY0" fmla="*/ 288003 h 289401"/>
                <a:gd name="connsiteX1" fmla="*/ 288000 w 288000"/>
                <a:gd name="connsiteY1" fmla="*/ 289401 h 289401"/>
                <a:gd name="connsiteX2" fmla="*/ 288000 w 288000"/>
                <a:gd name="connsiteY2" fmla="*/ 1397 h 289401"/>
                <a:gd name="connsiteX3" fmla="*/ 0 w 288000"/>
                <a:gd name="connsiteY3" fmla="*/ 0 h 289401"/>
                <a:gd name="connsiteX4" fmla="*/ 0 w 288000"/>
                <a:gd name="connsiteY4" fmla="*/ 288003 h 28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00" h="289401">
                  <a:moveTo>
                    <a:pt x="0" y="288003"/>
                  </a:moveTo>
                  <a:lnTo>
                    <a:pt x="288000" y="289401"/>
                  </a:lnTo>
                  <a:lnTo>
                    <a:pt x="288000" y="1397"/>
                  </a:lnTo>
                  <a:lnTo>
                    <a:pt x="0" y="0"/>
                  </a:lnTo>
                  <a:lnTo>
                    <a:pt x="0" y="28800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フリーフォーム 9">
              <a:extLst>
                <a:ext uri="{FF2B5EF4-FFF2-40B4-BE49-F238E27FC236}">
                  <a16:creationId xmlns:a16="http://schemas.microsoft.com/office/drawing/2014/main" id="{A558F02D-3ACA-68B3-511B-3DBC15FE7220}"/>
                </a:ext>
              </a:extLst>
            </p:cNvPr>
            <p:cNvSpPr/>
            <p:nvPr/>
          </p:nvSpPr>
          <p:spPr>
            <a:xfrm rot="2570777" flipV="1">
              <a:off x="4451202" y="2991162"/>
              <a:ext cx="288000" cy="310509"/>
            </a:xfrm>
            <a:custGeom>
              <a:avLst/>
              <a:gdLst>
                <a:gd name="connsiteX0" fmla="*/ 0 w 288000"/>
                <a:gd name="connsiteY0" fmla="*/ 310509 h 310509"/>
                <a:gd name="connsiteX1" fmla="*/ 288000 w 288000"/>
                <a:gd name="connsiteY1" fmla="*/ 288816 h 310509"/>
                <a:gd name="connsiteX2" fmla="*/ 288000 w 288000"/>
                <a:gd name="connsiteY2" fmla="*/ 0 h 310509"/>
                <a:gd name="connsiteX3" fmla="*/ 0 w 288000"/>
                <a:gd name="connsiteY3" fmla="*/ 21693 h 310509"/>
                <a:gd name="connsiteX4" fmla="*/ 0 w 288000"/>
                <a:gd name="connsiteY4" fmla="*/ 310509 h 310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000" h="310509">
                  <a:moveTo>
                    <a:pt x="0" y="310509"/>
                  </a:moveTo>
                  <a:lnTo>
                    <a:pt x="288000" y="288816"/>
                  </a:lnTo>
                  <a:lnTo>
                    <a:pt x="288000" y="0"/>
                  </a:lnTo>
                  <a:lnTo>
                    <a:pt x="0" y="21693"/>
                  </a:lnTo>
                  <a:lnTo>
                    <a:pt x="0" y="31050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フリーフォーム 10">
              <a:extLst>
                <a:ext uri="{FF2B5EF4-FFF2-40B4-BE49-F238E27FC236}">
                  <a16:creationId xmlns:a16="http://schemas.microsoft.com/office/drawing/2014/main" id="{D2A97D75-BC78-BB19-8CA0-B8323782F047}"/>
                </a:ext>
              </a:extLst>
            </p:cNvPr>
            <p:cNvSpPr/>
            <p:nvPr/>
          </p:nvSpPr>
          <p:spPr>
            <a:xfrm rot="2570777" flipV="1">
              <a:off x="5245072" y="3055619"/>
              <a:ext cx="327081" cy="289591"/>
            </a:xfrm>
            <a:custGeom>
              <a:avLst/>
              <a:gdLst>
                <a:gd name="connsiteX0" fmla="*/ 36590 w 327081"/>
                <a:gd name="connsiteY0" fmla="*/ 288181 h 289591"/>
                <a:gd name="connsiteX1" fmla="*/ 327081 w 327081"/>
                <a:gd name="connsiteY1" fmla="*/ 289591 h 289591"/>
                <a:gd name="connsiteX2" fmla="*/ 290491 w 327081"/>
                <a:gd name="connsiteY2" fmla="*/ 1410 h 289591"/>
                <a:gd name="connsiteX3" fmla="*/ 0 w 327081"/>
                <a:gd name="connsiteY3" fmla="*/ 0 h 289591"/>
                <a:gd name="connsiteX4" fmla="*/ 36590 w 327081"/>
                <a:gd name="connsiteY4" fmla="*/ 288181 h 289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081" h="289591">
                  <a:moveTo>
                    <a:pt x="36590" y="288181"/>
                  </a:moveTo>
                  <a:lnTo>
                    <a:pt x="327081" y="289591"/>
                  </a:lnTo>
                  <a:lnTo>
                    <a:pt x="290491" y="1410"/>
                  </a:lnTo>
                  <a:lnTo>
                    <a:pt x="0" y="0"/>
                  </a:lnTo>
                  <a:lnTo>
                    <a:pt x="36590" y="28818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フリーフォーム 11">
              <a:extLst>
                <a:ext uri="{FF2B5EF4-FFF2-40B4-BE49-F238E27FC236}">
                  <a16:creationId xmlns:a16="http://schemas.microsoft.com/office/drawing/2014/main" id="{1BA2F8DC-BE87-2152-BB01-7663E3CF09B9}"/>
                </a:ext>
              </a:extLst>
            </p:cNvPr>
            <p:cNvSpPr/>
            <p:nvPr/>
          </p:nvSpPr>
          <p:spPr>
            <a:xfrm rot="2570777" flipV="1">
              <a:off x="4816869" y="3406137"/>
              <a:ext cx="323885" cy="307739"/>
            </a:xfrm>
            <a:custGeom>
              <a:avLst/>
              <a:gdLst>
                <a:gd name="connsiteX0" fmla="*/ 36324 w 323885"/>
                <a:gd name="connsiteY0" fmla="*/ 307739 h 307739"/>
                <a:gd name="connsiteX1" fmla="*/ 323885 w 323885"/>
                <a:gd name="connsiteY1" fmla="*/ 286080 h 307739"/>
                <a:gd name="connsiteX2" fmla="*/ 287562 w 323885"/>
                <a:gd name="connsiteY2" fmla="*/ 0 h 307739"/>
                <a:gd name="connsiteX3" fmla="*/ 0 w 323885"/>
                <a:gd name="connsiteY3" fmla="*/ 21659 h 307739"/>
                <a:gd name="connsiteX4" fmla="*/ 36324 w 323885"/>
                <a:gd name="connsiteY4" fmla="*/ 307739 h 307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885" h="307739">
                  <a:moveTo>
                    <a:pt x="36324" y="307739"/>
                  </a:moveTo>
                  <a:lnTo>
                    <a:pt x="323885" y="286080"/>
                  </a:lnTo>
                  <a:lnTo>
                    <a:pt x="287562" y="0"/>
                  </a:lnTo>
                  <a:lnTo>
                    <a:pt x="0" y="21659"/>
                  </a:lnTo>
                  <a:lnTo>
                    <a:pt x="36324" y="30773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フリーフォーム 12">
              <a:extLst>
                <a:ext uri="{FF2B5EF4-FFF2-40B4-BE49-F238E27FC236}">
                  <a16:creationId xmlns:a16="http://schemas.microsoft.com/office/drawing/2014/main" id="{8690334D-1477-280B-9BB4-F16C13412109}"/>
                </a:ext>
              </a:extLst>
            </p:cNvPr>
            <p:cNvSpPr/>
            <p:nvPr/>
          </p:nvSpPr>
          <p:spPr>
            <a:xfrm rot="2570777" flipV="1">
              <a:off x="5613104" y="838900"/>
              <a:ext cx="288000" cy="2109616"/>
            </a:xfrm>
            <a:custGeom>
              <a:avLst/>
              <a:gdLst>
                <a:gd name="connsiteX0" fmla="*/ 42177 w 288000"/>
                <a:gd name="connsiteY0" fmla="*/ 2067440 h 2109616"/>
                <a:gd name="connsiteX1" fmla="*/ 144000 w 288000"/>
                <a:gd name="connsiteY1" fmla="*/ 2109616 h 2109616"/>
                <a:gd name="connsiteX2" fmla="*/ 288000 w 288000"/>
                <a:gd name="connsiteY2" fmla="*/ 1965616 h 2109616"/>
                <a:gd name="connsiteX3" fmla="*/ 288000 w 288000"/>
                <a:gd name="connsiteY3" fmla="*/ 1398 h 2109616"/>
                <a:gd name="connsiteX4" fmla="*/ 0 w 288000"/>
                <a:gd name="connsiteY4" fmla="*/ 0 h 2109616"/>
                <a:gd name="connsiteX5" fmla="*/ 0 w 288000"/>
                <a:gd name="connsiteY5" fmla="*/ 1965616 h 2109616"/>
                <a:gd name="connsiteX6" fmla="*/ 42177 w 288000"/>
                <a:gd name="connsiteY6" fmla="*/ 2067440 h 2109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8000" h="2109616">
                  <a:moveTo>
                    <a:pt x="42177" y="2067440"/>
                  </a:moveTo>
                  <a:cubicBezTo>
                    <a:pt x="68236" y="2093498"/>
                    <a:pt x="104236" y="2109616"/>
                    <a:pt x="144000" y="2109616"/>
                  </a:cubicBezTo>
                  <a:cubicBezTo>
                    <a:pt x="223529" y="2109616"/>
                    <a:pt x="288000" y="2045145"/>
                    <a:pt x="288000" y="1965616"/>
                  </a:cubicBezTo>
                  <a:lnTo>
                    <a:pt x="288000" y="1398"/>
                  </a:lnTo>
                  <a:lnTo>
                    <a:pt x="0" y="0"/>
                  </a:lnTo>
                  <a:lnTo>
                    <a:pt x="0" y="1965616"/>
                  </a:lnTo>
                  <a:cubicBezTo>
                    <a:pt x="0" y="2005381"/>
                    <a:pt x="16118" y="2041381"/>
                    <a:pt x="42177" y="206744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フリーフォーム 13">
              <a:extLst>
                <a:ext uri="{FF2B5EF4-FFF2-40B4-BE49-F238E27FC236}">
                  <a16:creationId xmlns:a16="http://schemas.microsoft.com/office/drawing/2014/main" id="{225C3B7C-2478-B3F7-4CCE-8F3C44E8A10C}"/>
                </a:ext>
              </a:extLst>
            </p:cNvPr>
            <p:cNvSpPr/>
            <p:nvPr/>
          </p:nvSpPr>
          <p:spPr>
            <a:xfrm rot="2570777" flipV="1">
              <a:off x="3826967" y="2134704"/>
              <a:ext cx="1162772" cy="292946"/>
            </a:xfrm>
            <a:custGeom>
              <a:avLst/>
              <a:gdLst>
                <a:gd name="connsiteX0" fmla="*/ 41683 w 1162772"/>
                <a:gd name="connsiteY0" fmla="*/ 245329 h 292946"/>
                <a:gd name="connsiteX1" fmla="*/ 143300 w 1162772"/>
                <a:gd name="connsiteY1" fmla="*/ 287999 h 292946"/>
                <a:gd name="connsiteX2" fmla="*/ 1162772 w 1162772"/>
                <a:gd name="connsiteY2" fmla="*/ 292946 h 292946"/>
                <a:gd name="connsiteX3" fmla="*/ 1162772 w 1162772"/>
                <a:gd name="connsiteY3" fmla="*/ 4943 h 292946"/>
                <a:gd name="connsiteX4" fmla="*/ 144698 w 1162772"/>
                <a:gd name="connsiteY4" fmla="*/ 2 h 292946"/>
                <a:gd name="connsiteX5" fmla="*/ 1 w 1162772"/>
                <a:gd name="connsiteY5" fmla="*/ 143301 h 292946"/>
                <a:gd name="connsiteX6" fmla="*/ 41683 w 1162772"/>
                <a:gd name="connsiteY6" fmla="*/ 245329 h 292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2772" h="292946">
                  <a:moveTo>
                    <a:pt x="41683" y="245329"/>
                  </a:moveTo>
                  <a:cubicBezTo>
                    <a:pt x="67615" y="271514"/>
                    <a:pt x="103536" y="287806"/>
                    <a:pt x="143300" y="287999"/>
                  </a:cubicBezTo>
                  <a:lnTo>
                    <a:pt x="1162772" y="292946"/>
                  </a:lnTo>
                  <a:lnTo>
                    <a:pt x="1162772" y="4943"/>
                  </a:lnTo>
                  <a:lnTo>
                    <a:pt x="144698" y="2"/>
                  </a:lnTo>
                  <a:cubicBezTo>
                    <a:pt x="65170" y="-383"/>
                    <a:pt x="387" y="63773"/>
                    <a:pt x="1" y="143301"/>
                  </a:cubicBezTo>
                  <a:cubicBezTo>
                    <a:pt x="-192" y="183066"/>
                    <a:pt x="15751" y="219144"/>
                    <a:pt x="41683" y="24532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フリーフォーム 14">
              <a:extLst>
                <a:ext uri="{FF2B5EF4-FFF2-40B4-BE49-F238E27FC236}">
                  <a16:creationId xmlns:a16="http://schemas.microsoft.com/office/drawing/2014/main" id="{CB33EF2D-42C3-F6CF-C287-A3FB108A173D}"/>
                </a:ext>
              </a:extLst>
            </p:cNvPr>
            <p:cNvSpPr/>
            <p:nvPr/>
          </p:nvSpPr>
          <p:spPr>
            <a:xfrm rot="2570777" flipV="1">
              <a:off x="3385150" y="2371894"/>
              <a:ext cx="1317541" cy="376806"/>
            </a:xfrm>
            <a:custGeom>
              <a:avLst/>
              <a:gdLst>
                <a:gd name="connsiteX0" fmla="*/ 50119 w 1317541"/>
                <a:gd name="connsiteY0" fmla="*/ 341983 h 376806"/>
                <a:gd name="connsiteX1" fmla="*/ 154822 w 1317541"/>
                <a:gd name="connsiteY1" fmla="*/ 376393 h 376806"/>
                <a:gd name="connsiteX2" fmla="*/ 1317541 w 1317541"/>
                <a:gd name="connsiteY2" fmla="*/ 288816 h 376806"/>
                <a:gd name="connsiteX3" fmla="*/ 1317541 w 1317541"/>
                <a:gd name="connsiteY3" fmla="*/ 0 h 376806"/>
                <a:gd name="connsiteX4" fmla="*/ 133191 w 1317541"/>
                <a:gd name="connsiteY4" fmla="*/ 89206 h 376806"/>
                <a:gd name="connsiteX5" fmla="*/ 413 w 1317541"/>
                <a:gd name="connsiteY5" fmla="*/ 243615 h 376806"/>
                <a:gd name="connsiteX6" fmla="*/ 50119 w 1317541"/>
                <a:gd name="connsiteY6" fmla="*/ 341983 h 376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7541" h="376806">
                  <a:moveTo>
                    <a:pt x="50119" y="341983"/>
                  </a:moveTo>
                  <a:cubicBezTo>
                    <a:pt x="78061" y="366011"/>
                    <a:pt x="115170" y="379380"/>
                    <a:pt x="154822" y="376393"/>
                  </a:cubicBezTo>
                  <a:lnTo>
                    <a:pt x="1317541" y="288816"/>
                  </a:lnTo>
                  <a:lnTo>
                    <a:pt x="1317541" y="0"/>
                  </a:lnTo>
                  <a:lnTo>
                    <a:pt x="133191" y="89206"/>
                  </a:lnTo>
                  <a:cubicBezTo>
                    <a:pt x="53886" y="95179"/>
                    <a:pt x="-5560" y="164310"/>
                    <a:pt x="413" y="243615"/>
                  </a:cubicBezTo>
                  <a:cubicBezTo>
                    <a:pt x="3399" y="283267"/>
                    <a:pt x="22176" y="317955"/>
                    <a:pt x="50119" y="34198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フリーフォーム 15">
              <a:extLst>
                <a:ext uri="{FF2B5EF4-FFF2-40B4-BE49-F238E27FC236}">
                  <a16:creationId xmlns:a16="http://schemas.microsoft.com/office/drawing/2014/main" id="{71E441A5-31DA-98E3-8845-D7BBFA71F7C0}"/>
                </a:ext>
              </a:extLst>
            </p:cNvPr>
            <p:cNvSpPr/>
            <p:nvPr/>
          </p:nvSpPr>
          <p:spPr>
            <a:xfrm rot="2570777" flipV="1">
              <a:off x="5785340" y="2060089"/>
              <a:ext cx="431401" cy="1264208"/>
            </a:xfrm>
            <a:custGeom>
              <a:avLst/>
              <a:gdLst>
                <a:gd name="connsiteX0" fmla="*/ 199199 w 431401"/>
                <a:gd name="connsiteY0" fmla="*/ 1234032 h 1264208"/>
                <a:gd name="connsiteX1" fmla="*/ 305525 w 431401"/>
                <a:gd name="connsiteY1" fmla="*/ 1263046 h 1264208"/>
                <a:gd name="connsiteX2" fmla="*/ 430239 w 431401"/>
                <a:gd name="connsiteY2" fmla="*/ 1102055 h 1264208"/>
                <a:gd name="connsiteX3" fmla="*/ 290491 w 431401"/>
                <a:gd name="connsiteY3" fmla="*/ 1410 h 1264208"/>
                <a:gd name="connsiteX4" fmla="*/ 0 w 431401"/>
                <a:gd name="connsiteY4" fmla="*/ 0 h 1264208"/>
                <a:gd name="connsiteX5" fmla="*/ 144533 w 431401"/>
                <a:gd name="connsiteY5" fmla="*/ 1138332 h 1264208"/>
                <a:gd name="connsiteX6" fmla="*/ 199199 w 431401"/>
                <a:gd name="connsiteY6" fmla="*/ 1234032 h 126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1401" h="1264208">
                  <a:moveTo>
                    <a:pt x="199199" y="1234032"/>
                  </a:moveTo>
                  <a:cubicBezTo>
                    <a:pt x="228333" y="1256601"/>
                    <a:pt x="266076" y="1268055"/>
                    <a:pt x="305525" y="1263046"/>
                  </a:cubicBezTo>
                  <a:cubicBezTo>
                    <a:pt x="384420" y="1253029"/>
                    <a:pt x="440256" y="1180951"/>
                    <a:pt x="430239" y="1102055"/>
                  </a:cubicBezTo>
                  <a:lnTo>
                    <a:pt x="290491" y="1410"/>
                  </a:lnTo>
                  <a:lnTo>
                    <a:pt x="0" y="0"/>
                  </a:lnTo>
                  <a:lnTo>
                    <a:pt x="144533" y="1138332"/>
                  </a:lnTo>
                  <a:cubicBezTo>
                    <a:pt x="149542" y="1177780"/>
                    <a:pt x="170065" y="1211462"/>
                    <a:pt x="199199" y="123403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フリーフォーム 16">
              <a:extLst>
                <a:ext uri="{FF2B5EF4-FFF2-40B4-BE49-F238E27FC236}">
                  <a16:creationId xmlns:a16="http://schemas.microsoft.com/office/drawing/2014/main" id="{6B7D0BD3-4102-69F2-FA2D-589CEA65D61F}"/>
                </a:ext>
              </a:extLst>
            </p:cNvPr>
            <p:cNvSpPr/>
            <p:nvPr/>
          </p:nvSpPr>
          <p:spPr>
            <a:xfrm rot="2570777" flipV="1">
              <a:off x="5000685" y="2847163"/>
              <a:ext cx="362146" cy="289761"/>
            </a:xfrm>
            <a:custGeom>
              <a:avLst/>
              <a:gdLst>
                <a:gd name="connsiteX0" fmla="*/ 0 w 362146"/>
                <a:gd name="connsiteY0" fmla="*/ 288004 h 289761"/>
                <a:gd name="connsiteX1" fmla="*/ 362146 w 362146"/>
                <a:gd name="connsiteY1" fmla="*/ 289761 h 289761"/>
                <a:gd name="connsiteX2" fmla="*/ 325556 w 362146"/>
                <a:gd name="connsiteY2" fmla="*/ 1580 h 289761"/>
                <a:gd name="connsiteX3" fmla="*/ 0 w 362146"/>
                <a:gd name="connsiteY3" fmla="*/ 0 h 289761"/>
                <a:gd name="connsiteX4" fmla="*/ 0 w 362146"/>
                <a:gd name="connsiteY4" fmla="*/ 288004 h 28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2146" h="289761">
                  <a:moveTo>
                    <a:pt x="0" y="288004"/>
                  </a:moveTo>
                  <a:lnTo>
                    <a:pt x="362146" y="289761"/>
                  </a:lnTo>
                  <a:lnTo>
                    <a:pt x="325556" y="1580"/>
                  </a:lnTo>
                  <a:lnTo>
                    <a:pt x="0" y="0"/>
                  </a:lnTo>
                  <a:lnTo>
                    <a:pt x="0" y="28800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フリーフォーム 17">
              <a:extLst>
                <a:ext uri="{FF2B5EF4-FFF2-40B4-BE49-F238E27FC236}">
                  <a16:creationId xmlns:a16="http://schemas.microsoft.com/office/drawing/2014/main" id="{7AE4E4CA-ADCE-8FC4-1464-5FDCA49A76D7}"/>
                </a:ext>
              </a:extLst>
            </p:cNvPr>
            <p:cNvSpPr/>
            <p:nvPr/>
          </p:nvSpPr>
          <p:spPr>
            <a:xfrm rot="2570777" flipV="1">
              <a:off x="3903598" y="3065119"/>
              <a:ext cx="288000" cy="1343399"/>
            </a:xfrm>
            <a:custGeom>
              <a:avLst/>
              <a:gdLst>
                <a:gd name="connsiteX0" fmla="*/ 0 w 288000"/>
                <a:gd name="connsiteY0" fmla="*/ 1343399 h 1343399"/>
                <a:gd name="connsiteX1" fmla="*/ 288000 w 288000"/>
                <a:gd name="connsiteY1" fmla="*/ 1321706 h 1343399"/>
                <a:gd name="connsiteX2" fmla="*/ 288000 w 288000"/>
                <a:gd name="connsiteY2" fmla="*/ 144000 h 1343399"/>
                <a:gd name="connsiteX3" fmla="*/ 144000 w 288000"/>
                <a:gd name="connsiteY3" fmla="*/ 0 h 1343399"/>
                <a:gd name="connsiteX4" fmla="*/ 0 w 288000"/>
                <a:gd name="connsiteY4" fmla="*/ 144000 h 1343399"/>
                <a:gd name="connsiteX5" fmla="*/ 0 w 288000"/>
                <a:gd name="connsiteY5" fmla="*/ 1343399 h 134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8000" h="1343399">
                  <a:moveTo>
                    <a:pt x="0" y="1343399"/>
                  </a:moveTo>
                  <a:lnTo>
                    <a:pt x="288000" y="1321706"/>
                  </a:lnTo>
                  <a:lnTo>
                    <a:pt x="288000" y="144000"/>
                  </a:lnTo>
                  <a:cubicBezTo>
                    <a:pt x="288001" y="64471"/>
                    <a:pt x="223529" y="0"/>
                    <a:pt x="144000" y="0"/>
                  </a:cubicBezTo>
                  <a:cubicBezTo>
                    <a:pt x="64472" y="0"/>
                    <a:pt x="0" y="64471"/>
                    <a:pt x="0" y="144000"/>
                  </a:cubicBezTo>
                  <a:lnTo>
                    <a:pt x="0" y="134339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フリーフォーム 18">
              <a:extLst>
                <a:ext uri="{FF2B5EF4-FFF2-40B4-BE49-F238E27FC236}">
                  <a16:creationId xmlns:a16="http://schemas.microsoft.com/office/drawing/2014/main" id="{F8CD1A75-691F-C3FE-7668-7B991E684B78}"/>
                </a:ext>
              </a:extLst>
            </p:cNvPr>
            <p:cNvSpPr/>
            <p:nvPr/>
          </p:nvSpPr>
          <p:spPr>
            <a:xfrm rot="2570777" flipV="1">
              <a:off x="4647758" y="3204897"/>
              <a:ext cx="292892" cy="308141"/>
            </a:xfrm>
            <a:custGeom>
              <a:avLst/>
              <a:gdLst>
                <a:gd name="connsiteX0" fmla="*/ 0 w 292892"/>
                <a:gd name="connsiteY0" fmla="*/ 308141 h 308141"/>
                <a:gd name="connsiteX1" fmla="*/ 292892 w 292892"/>
                <a:gd name="connsiteY1" fmla="*/ 286080 h 308141"/>
                <a:gd name="connsiteX2" fmla="*/ 256568 w 292892"/>
                <a:gd name="connsiteY2" fmla="*/ 0 h 308141"/>
                <a:gd name="connsiteX3" fmla="*/ 0 w 292892"/>
                <a:gd name="connsiteY3" fmla="*/ 19325 h 308141"/>
                <a:gd name="connsiteX4" fmla="*/ 0 w 292892"/>
                <a:gd name="connsiteY4" fmla="*/ 308141 h 308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892" h="308141">
                  <a:moveTo>
                    <a:pt x="0" y="308141"/>
                  </a:moveTo>
                  <a:lnTo>
                    <a:pt x="292892" y="286080"/>
                  </a:lnTo>
                  <a:lnTo>
                    <a:pt x="256568" y="0"/>
                  </a:lnTo>
                  <a:lnTo>
                    <a:pt x="0" y="19325"/>
                  </a:lnTo>
                  <a:lnTo>
                    <a:pt x="0" y="30814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フリーフォーム 19">
              <a:extLst>
                <a:ext uri="{FF2B5EF4-FFF2-40B4-BE49-F238E27FC236}">
                  <a16:creationId xmlns:a16="http://schemas.microsoft.com/office/drawing/2014/main" id="{35273872-3A3F-9167-EE23-42737E8C5813}"/>
                </a:ext>
              </a:extLst>
            </p:cNvPr>
            <p:cNvSpPr/>
            <p:nvPr/>
          </p:nvSpPr>
          <p:spPr>
            <a:xfrm rot="2570777" flipV="1">
              <a:off x="5338887" y="3558290"/>
              <a:ext cx="1236976" cy="293305"/>
            </a:xfrm>
            <a:custGeom>
              <a:avLst/>
              <a:gdLst>
                <a:gd name="connsiteX0" fmla="*/ 36590 w 1236976"/>
                <a:gd name="connsiteY0" fmla="*/ 288181 h 293305"/>
                <a:gd name="connsiteX1" fmla="*/ 1092278 w 1236976"/>
                <a:gd name="connsiteY1" fmla="*/ 293304 h 293305"/>
                <a:gd name="connsiteX2" fmla="*/ 1236975 w 1236976"/>
                <a:gd name="connsiteY2" fmla="*/ 150004 h 293305"/>
                <a:gd name="connsiteX3" fmla="*/ 1093676 w 1236976"/>
                <a:gd name="connsiteY3" fmla="*/ 5307 h 293305"/>
                <a:gd name="connsiteX4" fmla="*/ 0 w 1236976"/>
                <a:gd name="connsiteY4" fmla="*/ 0 h 293305"/>
                <a:gd name="connsiteX5" fmla="*/ 36590 w 1236976"/>
                <a:gd name="connsiteY5" fmla="*/ 288181 h 29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36976" h="293305">
                  <a:moveTo>
                    <a:pt x="36590" y="288181"/>
                  </a:moveTo>
                  <a:lnTo>
                    <a:pt x="1092278" y="293304"/>
                  </a:lnTo>
                  <a:cubicBezTo>
                    <a:pt x="1171806" y="293689"/>
                    <a:pt x="1236589" y="229532"/>
                    <a:pt x="1236975" y="150004"/>
                  </a:cubicBezTo>
                  <a:cubicBezTo>
                    <a:pt x="1237360" y="70476"/>
                    <a:pt x="1173204" y="5693"/>
                    <a:pt x="1093676" y="5307"/>
                  </a:cubicBezTo>
                  <a:lnTo>
                    <a:pt x="0" y="0"/>
                  </a:lnTo>
                  <a:lnTo>
                    <a:pt x="36590" y="288181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フリーフォーム 20">
              <a:extLst>
                <a:ext uri="{FF2B5EF4-FFF2-40B4-BE49-F238E27FC236}">
                  <a16:creationId xmlns:a16="http://schemas.microsoft.com/office/drawing/2014/main" id="{E4F67FBE-B399-19B8-D231-2B337EF7B8C1}"/>
                </a:ext>
              </a:extLst>
            </p:cNvPr>
            <p:cNvSpPr/>
            <p:nvPr/>
          </p:nvSpPr>
          <p:spPr>
            <a:xfrm rot="2570777" flipV="1">
              <a:off x="4215733" y="3442103"/>
              <a:ext cx="418483" cy="1184114"/>
            </a:xfrm>
            <a:custGeom>
              <a:avLst/>
              <a:gdLst>
                <a:gd name="connsiteX0" fmla="*/ 130921 w 418483"/>
                <a:gd name="connsiteY0" fmla="*/ 1184114 h 1184114"/>
                <a:gd name="connsiteX1" fmla="*/ 418483 w 418483"/>
                <a:gd name="connsiteY1" fmla="*/ 1162455 h 1184114"/>
                <a:gd name="connsiteX2" fmla="*/ 286869 w 418483"/>
                <a:gd name="connsiteY2" fmla="*/ 125878 h 1184114"/>
                <a:gd name="connsiteX3" fmla="*/ 125879 w 418483"/>
                <a:gd name="connsiteY3" fmla="*/ 1163 h 1184114"/>
                <a:gd name="connsiteX4" fmla="*/ 1163 w 418483"/>
                <a:gd name="connsiteY4" fmla="*/ 162153 h 1184114"/>
                <a:gd name="connsiteX5" fmla="*/ 130921 w 418483"/>
                <a:gd name="connsiteY5" fmla="*/ 1184114 h 118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8483" h="1184114">
                  <a:moveTo>
                    <a:pt x="130921" y="1184114"/>
                  </a:moveTo>
                  <a:lnTo>
                    <a:pt x="418483" y="1162455"/>
                  </a:lnTo>
                  <a:lnTo>
                    <a:pt x="286869" y="125878"/>
                  </a:lnTo>
                  <a:cubicBezTo>
                    <a:pt x="276852" y="46982"/>
                    <a:pt x="204774" y="-8855"/>
                    <a:pt x="125879" y="1163"/>
                  </a:cubicBezTo>
                  <a:cubicBezTo>
                    <a:pt x="46983" y="11180"/>
                    <a:pt x="-8855" y="83258"/>
                    <a:pt x="1163" y="162153"/>
                  </a:cubicBezTo>
                  <a:lnTo>
                    <a:pt x="130921" y="1184114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フリーフォーム 21">
              <a:extLst>
                <a:ext uri="{FF2B5EF4-FFF2-40B4-BE49-F238E27FC236}">
                  <a16:creationId xmlns:a16="http://schemas.microsoft.com/office/drawing/2014/main" id="{3CC3C4A6-A169-DE5D-BD40-5B4A5195FDAC}"/>
                </a:ext>
              </a:extLst>
            </p:cNvPr>
            <p:cNvSpPr/>
            <p:nvPr/>
          </p:nvSpPr>
          <p:spPr>
            <a:xfrm rot="2570777" flipV="1">
              <a:off x="4736684" y="4198015"/>
              <a:ext cx="2079541" cy="431466"/>
            </a:xfrm>
            <a:custGeom>
              <a:avLst/>
              <a:gdLst>
                <a:gd name="connsiteX0" fmla="*/ 36323 w 2079541"/>
                <a:gd name="connsiteY0" fmla="*/ 431466 h 431466"/>
                <a:gd name="connsiteX1" fmla="*/ 1946350 w 2079541"/>
                <a:gd name="connsiteY1" fmla="*/ 287601 h 431466"/>
                <a:gd name="connsiteX2" fmla="*/ 2079128 w 2079541"/>
                <a:gd name="connsiteY2" fmla="*/ 133192 h 431466"/>
                <a:gd name="connsiteX3" fmla="*/ 1924719 w 2079541"/>
                <a:gd name="connsiteY3" fmla="*/ 414 h 431466"/>
                <a:gd name="connsiteX4" fmla="*/ 0 w 2079541"/>
                <a:gd name="connsiteY4" fmla="*/ 145386 h 431466"/>
                <a:gd name="connsiteX5" fmla="*/ 36323 w 2079541"/>
                <a:gd name="connsiteY5" fmla="*/ 431466 h 431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79541" h="431466">
                  <a:moveTo>
                    <a:pt x="36323" y="431466"/>
                  </a:moveTo>
                  <a:lnTo>
                    <a:pt x="1946350" y="287601"/>
                  </a:lnTo>
                  <a:cubicBezTo>
                    <a:pt x="2025654" y="281628"/>
                    <a:pt x="2085101" y="212496"/>
                    <a:pt x="2079128" y="133192"/>
                  </a:cubicBezTo>
                  <a:cubicBezTo>
                    <a:pt x="2073154" y="53888"/>
                    <a:pt x="2004023" y="-5558"/>
                    <a:pt x="1924719" y="414"/>
                  </a:cubicBezTo>
                  <a:lnTo>
                    <a:pt x="0" y="145386"/>
                  </a:lnTo>
                  <a:lnTo>
                    <a:pt x="36323" y="43146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角丸四角形 22">
              <a:extLst>
                <a:ext uri="{FF2B5EF4-FFF2-40B4-BE49-F238E27FC236}">
                  <a16:creationId xmlns:a16="http://schemas.microsoft.com/office/drawing/2014/main" id="{31DAC182-9012-952B-B458-DFF33A4B0F9D}"/>
                </a:ext>
              </a:extLst>
            </p:cNvPr>
            <p:cNvSpPr/>
            <p:nvPr/>
          </p:nvSpPr>
          <p:spPr>
            <a:xfrm rot="3853656">
              <a:off x="3736213" y="1735088"/>
              <a:ext cx="288000" cy="69255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角丸四角形 24">
              <a:extLst>
                <a:ext uri="{FF2B5EF4-FFF2-40B4-BE49-F238E27FC236}">
                  <a16:creationId xmlns:a16="http://schemas.microsoft.com/office/drawing/2014/main" id="{66EFAB96-D59B-6344-ED1C-437E5D22F4B7}"/>
                </a:ext>
              </a:extLst>
            </p:cNvPr>
            <p:cNvSpPr/>
            <p:nvPr/>
          </p:nvSpPr>
          <p:spPr>
            <a:xfrm rot="17746344" flipV="1">
              <a:off x="3733084" y="3879353"/>
              <a:ext cx="288000" cy="69255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6" name="円/楕円 25">
            <a:extLst>
              <a:ext uri="{FF2B5EF4-FFF2-40B4-BE49-F238E27FC236}">
                <a16:creationId xmlns:a16="http://schemas.microsoft.com/office/drawing/2014/main" id="{EE634D4D-6A5A-9833-D4E5-CABF739079FE}"/>
              </a:ext>
            </a:extLst>
          </p:cNvPr>
          <p:cNvSpPr/>
          <p:nvPr/>
        </p:nvSpPr>
        <p:spPr>
          <a:xfrm>
            <a:off x="6773951" y="518275"/>
            <a:ext cx="2016000" cy="2016000"/>
          </a:xfrm>
          <a:prstGeom prst="ellipse">
            <a:avLst/>
          </a:prstGeom>
          <a:solidFill>
            <a:srgbClr val="6D67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十字形 26">
            <a:extLst>
              <a:ext uri="{FF2B5EF4-FFF2-40B4-BE49-F238E27FC236}">
                <a16:creationId xmlns:a16="http://schemas.microsoft.com/office/drawing/2014/main" id="{C3FAB819-2645-E6D2-1647-2E4851810395}"/>
              </a:ext>
            </a:extLst>
          </p:cNvPr>
          <p:cNvSpPr/>
          <p:nvPr/>
        </p:nvSpPr>
        <p:spPr>
          <a:xfrm>
            <a:off x="7094765" y="842275"/>
            <a:ext cx="1368000" cy="1368000"/>
          </a:xfrm>
          <a:prstGeom prst="plus">
            <a:avLst>
              <a:gd name="adj" fmla="val 38436"/>
            </a:avLst>
          </a:prstGeom>
          <a:solidFill>
            <a:srgbClr val="E8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8E5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03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B83BC-7383-CF8F-4B2D-E1C7E5BC8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95686B3A-F6A7-4E00-3903-589B92694BD6}"/>
              </a:ext>
            </a:extLst>
          </p:cNvPr>
          <p:cNvSpPr/>
          <p:nvPr/>
        </p:nvSpPr>
        <p:spPr>
          <a:xfrm>
            <a:off x="2676000" y="0"/>
            <a:ext cx="6840000" cy="6840000"/>
          </a:xfrm>
          <a:prstGeom prst="rect">
            <a:avLst/>
          </a:prstGeom>
          <a:solidFill>
            <a:srgbClr val="332826"/>
          </a:solidFill>
          <a:ln>
            <a:solidFill>
              <a:srgbClr val="3328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9D6F11AE-5F9F-4520-EFC7-F6AD2F15AE29}"/>
              </a:ext>
            </a:extLst>
          </p:cNvPr>
          <p:cNvSpPr txBox="1"/>
          <p:nvPr/>
        </p:nvSpPr>
        <p:spPr>
          <a:xfrm>
            <a:off x="925221" y="12444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新アイコン用</a:t>
            </a:r>
          </a:p>
        </p:txBody>
      </p:sp>
      <p:sp>
        <p:nvSpPr>
          <p:cNvPr id="2" name="フリーフォーム 1">
            <a:extLst>
              <a:ext uri="{FF2B5EF4-FFF2-40B4-BE49-F238E27FC236}">
                <a16:creationId xmlns:a16="http://schemas.microsoft.com/office/drawing/2014/main" id="{63EBD071-6993-7F41-B303-9C7149B73C57}"/>
              </a:ext>
            </a:extLst>
          </p:cNvPr>
          <p:cNvSpPr/>
          <p:nvPr/>
        </p:nvSpPr>
        <p:spPr>
          <a:xfrm>
            <a:off x="4129154" y="940777"/>
            <a:ext cx="3933692" cy="4976445"/>
          </a:xfrm>
          <a:custGeom>
            <a:avLst/>
            <a:gdLst>
              <a:gd name="csX0" fmla="*/ 364156 w 3933692"/>
              <a:gd name="csY0" fmla="*/ 379656 h 4976445"/>
              <a:gd name="csX1" fmla="*/ 364156 w 3933692"/>
              <a:gd name="csY1" fmla="*/ 1897859 h 4976445"/>
              <a:gd name="csX2" fmla="*/ 365696 w 3933692"/>
              <a:gd name="csY2" fmla="*/ 1897859 h 4976445"/>
              <a:gd name="csX3" fmla="*/ 365696 w 3933692"/>
              <a:gd name="csY3" fmla="*/ 3639905 h 4976445"/>
              <a:gd name="csX4" fmla="*/ 364156 w 3933692"/>
              <a:gd name="csY4" fmla="*/ 3639905 h 4976445"/>
              <a:gd name="csX5" fmla="*/ 364156 w 3933692"/>
              <a:gd name="csY5" fmla="*/ 4624754 h 4976445"/>
              <a:gd name="csX6" fmla="*/ 3596834 w 3933692"/>
              <a:gd name="csY6" fmla="*/ 4624754 h 4976445"/>
              <a:gd name="csX7" fmla="*/ 3596834 w 3933692"/>
              <a:gd name="csY7" fmla="*/ 1630638 h 4976445"/>
              <a:gd name="csX8" fmla="*/ 3521523 w 3933692"/>
              <a:gd name="csY8" fmla="*/ 1555327 h 4976445"/>
              <a:gd name="csX9" fmla="*/ 2533729 w 3933692"/>
              <a:gd name="csY9" fmla="*/ 1555327 h 4976445"/>
              <a:gd name="csX10" fmla="*/ 2367385 w 3933692"/>
              <a:gd name="csY10" fmla="*/ 1388983 h 4976445"/>
              <a:gd name="csX11" fmla="*/ 2367385 w 3933692"/>
              <a:gd name="csY11" fmla="*/ 401189 h 4976445"/>
              <a:gd name="csX12" fmla="*/ 2345852 w 3933692"/>
              <a:gd name="csY12" fmla="*/ 379656 h 4976445"/>
              <a:gd name="csX13" fmla="*/ 356038 w 3933692"/>
              <a:gd name="csY13" fmla="*/ 0 h 4976445"/>
              <a:gd name="csX14" fmla="*/ 2603302 w 3933692"/>
              <a:gd name="csY14" fmla="*/ 0 h 4976445"/>
              <a:gd name="csX15" fmla="*/ 3933692 w 3933692"/>
              <a:gd name="csY15" fmla="*/ 1330390 h 4976445"/>
              <a:gd name="csX16" fmla="*/ 3933692 w 3933692"/>
              <a:gd name="csY16" fmla="*/ 4620407 h 4976445"/>
              <a:gd name="csX17" fmla="*/ 3577654 w 3933692"/>
              <a:gd name="csY17" fmla="*/ 4976445 h 4976445"/>
              <a:gd name="csX18" fmla="*/ 356038 w 3933692"/>
              <a:gd name="csY18" fmla="*/ 4976445 h 4976445"/>
              <a:gd name="csX19" fmla="*/ 0 w 3933692"/>
              <a:gd name="csY19" fmla="*/ 4620407 h 4976445"/>
              <a:gd name="csX20" fmla="*/ 0 w 3933692"/>
              <a:gd name="csY20" fmla="*/ 3639905 h 4976445"/>
              <a:gd name="csX21" fmla="*/ 0 w 3933692"/>
              <a:gd name="csY21" fmla="*/ 1897859 h 4976445"/>
              <a:gd name="csX22" fmla="*/ 0 w 3933692"/>
              <a:gd name="csY22" fmla="*/ 356038 h 4976445"/>
              <a:gd name="csX23" fmla="*/ 356038 w 3933692"/>
              <a:gd name="csY23" fmla="*/ 0 h 49764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933692" h="4976445">
                <a:moveTo>
                  <a:pt x="364156" y="379656"/>
                </a:moveTo>
                <a:lnTo>
                  <a:pt x="364156" y="1897859"/>
                </a:lnTo>
                <a:lnTo>
                  <a:pt x="365696" y="1897859"/>
                </a:lnTo>
                <a:lnTo>
                  <a:pt x="365696" y="3639905"/>
                </a:lnTo>
                <a:lnTo>
                  <a:pt x="364156" y="3639905"/>
                </a:lnTo>
                <a:lnTo>
                  <a:pt x="364156" y="4624754"/>
                </a:lnTo>
                <a:lnTo>
                  <a:pt x="3596834" y="4624754"/>
                </a:lnTo>
                <a:lnTo>
                  <a:pt x="3596834" y="1630638"/>
                </a:lnTo>
                <a:lnTo>
                  <a:pt x="3521523" y="1555327"/>
                </a:lnTo>
                <a:lnTo>
                  <a:pt x="2533729" y="1555327"/>
                </a:lnTo>
                <a:cubicBezTo>
                  <a:pt x="2441860" y="1555327"/>
                  <a:pt x="2367385" y="1480852"/>
                  <a:pt x="2367385" y="1388983"/>
                </a:cubicBezTo>
                <a:lnTo>
                  <a:pt x="2367385" y="401189"/>
                </a:lnTo>
                <a:lnTo>
                  <a:pt x="2345852" y="379656"/>
                </a:lnTo>
                <a:close/>
                <a:moveTo>
                  <a:pt x="356038" y="0"/>
                </a:moveTo>
                <a:lnTo>
                  <a:pt x="2603302" y="0"/>
                </a:lnTo>
                <a:lnTo>
                  <a:pt x="3933692" y="1330390"/>
                </a:lnTo>
                <a:lnTo>
                  <a:pt x="3933692" y="4620407"/>
                </a:lnTo>
                <a:cubicBezTo>
                  <a:pt x="3933692" y="4817041"/>
                  <a:pt x="3774288" y="4976445"/>
                  <a:pt x="3577654" y="4976445"/>
                </a:cubicBezTo>
                <a:lnTo>
                  <a:pt x="356038" y="4976445"/>
                </a:lnTo>
                <a:cubicBezTo>
                  <a:pt x="159404" y="4976445"/>
                  <a:pt x="0" y="4817041"/>
                  <a:pt x="0" y="4620407"/>
                </a:cubicBezTo>
                <a:lnTo>
                  <a:pt x="0" y="3639905"/>
                </a:lnTo>
                <a:lnTo>
                  <a:pt x="0" y="1897859"/>
                </a:lnTo>
                <a:lnTo>
                  <a:pt x="0" y="356038"/>
                </a:lnTo>
                <a:cubicBezTo>
                  <a:pt x="0" y="159404"/>
                  <a:pt x="159404" y="0"/>
                  <a:pt x="356038" y="0"/>
                </a:cubicBezTo>
                <a:close/>
              </a:path>
            </a:pathLst>
          </a:custGeom>
          <a:solidFill>
            <a:srgbClr val="C1B8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" name="下矢印 3">
            <a:extLst>
              <a:ext uri="{FF2B5EF4-FFF2-40B4-BE49-F238E27FC236}">
                <a16:creationId xmlns:a16="http://schemas.microsoft.com/office/drawing/2014/main" id="{8FE047FD-A4F0-3B7E-3EF9-E8F7DED44BE0}"/>
              </a:ext>
            </a:extLst>
          </p:cNvPr>
          <p:cNvSpPr/>
          <p:nvPr/>
        </p:nvSpPr>
        <p:spPr>
          <a:xfrm rot="5400000">
            <a:off x="6272745" y="3913726"/>
            <a:ext cx="2106084" cy="717603"/>
          </a:xfrm>
          <a:prstGeom prst="downArrow">
            <a:avLst>
              <a:gd name="adj1" fmla="val 50000"/>
              <a:gd name="adj2" fmla="val 48009"/>
            </a:avLst>
          </a:prstGeom>
          <a:solidFill>
            <a:srgbClr val="C0B9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リーフォーム 6">
            <a:extLst>
              <a:ext uri="{FF2B5EF4-FFF2-40B4-BE49-F238E27FC236}">
                <a16:creationId xmlns:a16="http://schemas.microsoft.com/office/drawing/2014/main" id="{BA87C6E8-D564-40F8-D1FB-145D91BCBB22}"/>
              </a:ext>
            </a:extLst>
          </p:cNvPr>
          <p:cNvSpPr/>
          <p:nvPr/>
        </p:nvSpPr>
        <p:spPr>
          <a:xfrm>
            <a:off x="4664766" y="2516669"/>
            <a:ext cx="2293247" cy="2901147"/>
          </a:xfrm>
          <a:custGeom>
            <a:avLst/>
            <a:gdLst>
              <a:gd name="csX0" fmla="*/ 364156 w 3933692"/>
              <a:gd name="csY0" fmla="*/ 379656 h 4976445"/>
              <a:gd name="csX1" fmla="*/ 364156 w 3933692"/>
              <a:gd name="csY1" fmla="*/ 1897859 h 4976445"/>
              <a:gd name="csX2" fmla="*/ 365696 w 3933692"/>
              <a:gd name="csY2" fmla="*/ 1897859 h 4976445"/>
              <a:gd name="csX3" fmla="*/ 365696 w 3933692"/>
              <a:gd name="csY3" fmla="*/ 3639905 h 4976445"/>
              <a:gd name="csX4" fmla="*/ 364156 w 3933692"/>
              <a:gd name="csY4" fmla="*/ 3639905 h 4976445"/>
              <a:gd name="csX5" fmla="*/ 364156 w 3933692"/>
              <a:gd name="csY5" fmla="*/ 4624754 h 4976445"/>
              <a:gd name="csX6" fmla="*/ 3596834 w 3933692"/>
              <a:gd name="csY6" fmla="*/ 4624754 h 4976445"/>
              <a:gd name="csX7" fmla="*/ 3596834 w 3933692"/>
              <a:gd name="csY7" fmla="*/ 1630638 h 4976445"/>
              <a:gd name="csX8" fmla="*/ 3521523 w 3933692"/>
              <a:gd name="csY8" fmla="*/ 1555327 h 4976445"/>
              <a:gd name="csX9" fmla="*/ 2533729 w 3933692"/>
              <a:gd name="csY9" fmla="*/ 1555327 h 4976445"/>
              <a:gd name="csX10" fmla="*/ 2367385 w 3933692"/>
              <a:gd name="csY10" fmla="*/ 1388983 h 4976445"/>
              <a:gd name="csX11" fmla="*/ 2367385 w 3933692"/>
              <a:gd name="csY11" fmla="*/ 401189 h 4976445"/>
              <a:gd name="csX12" fmla="*/ 2345852 w 3933692"/>
              <a:gd name="csY12" fmla="*/ 379656 h 4976445"/>
              <a:gd name="csX13" fmla="*/ 356038 w 3933692"/>
              <a:gd name="csY13" fmla="*/ 0 h 4976445"/>
              <a:gd name="csX14" fmla="*/ 2603302 w 3933692"/>
              <a:gd name="csY14" fmla="*/ 0 h 4976445"/>
              <a:gd name="csX15" fmla="*/ 3933692 w 3933692"/>
              <a:gd name="csY15" fmla="*/ 1330390 h 4976445"/>
              <a:gd name="csX16" fmla="*/ 3933692 w 3933692"/>
              <a:gd name="csY16" fmla="*/ 4620407 h 4976445"/>
              <a:gd name="csX17" fmla="*/ 3577654 w 3933692"/>
              <a:gd name="csY17" fmla="*/ 4976445 h 4976445"/>
              <a:gd name="csX18" fmla="*/ 356038 w 3933692"/>
              <a:gd name="csY18" fmla="*/ 4976445 h 4976445"/>
              <a:gd name="csX19" fmla="*/ 0 w 3933692"/>
              <a:gd name="csY19" fmla="*/ 4620407 h 4976445"/>
              <a:gd name="csX20" fmla="*/ 0 w 3933692"/>
              <a:gd name="csY20" fmla="*/ 3639905 h 4976445"/>
              <a:gd name="csX21" fmla="*/ 0 w 3933692"/>
              <a:gd name="csY21" fmla="*/ 1897859 h 4976445"/>
              <a:gd name="csX22" fmla="*/ 0 w 3933692"/>
              <a:gd name="csY22" fmla="*/ 356038 h 4976445"/>
              <a:gd name="csX23" fmla="*/ 356038 w 3933692"/>
              <a:gd name="csY23" fmla="*/ 0 h 49764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933692" h="4976445">
                <a:moveTo>
                  <a:pt x="364156" y="379656"/>
                </a:moveTo>
                <a:lnTo>
                  <a:pt x="364156" y="1897859"/>
                </a:lnTo>
                <a:lnTo>
                  <a:pt x="365696" y="1897859"/>
                </a:lnTo>
                <a:lnTo>
                  <a:pt x="365696" y="3639905"/>
                </a:lnTo>
                <a:lnTo>
                  <a:pt x="364156" y="3639905"/>
                </a:lnTo>
                <a:lnTo>
                  <a:pt x="364156" y="4624754"/>
                </a:lnTo>
                <a:lnTo>
                  <a:pt x="3596834" y="4624754"/>
                </a:lnTo>
                <a:lnTo>
                  <a:pt x="3596834" y="1630638"/>
                </a:lnTo>
                <a:lnTo>
                  <a:pt x="3521523" y="1555327"/>
                </a:lnTo>
                <a:lnTo>
                  <a:pt x="2533729" y="1555327"/>
                </a:lnTo>
                <a:cubicBezTo>
                  <a:pt x="2441860" y="1555327"/>
                  <a:pt x="2367385" y="1480852"/>
                  <a:pt x="2367385" y="1388983"/>
                </a:cubicBezTo>
                <a:lnTo>
                  <a:pt x="2367385" y="401189"/>
                </a:lnTo>
                <a:lnTo>
                  <a:pt x="2345852" y="379656"/>
                </a:lnTo>
                <a:close/>
                <a:moveTo>
                  <a:pt x="356038" y="0"/>
                </a:moveTo>
                <a:lnTo>
                  <a:pt x="2603302" y="0"/>
                </a:lnTo>
                <a:lnTo>
                  <a:pt x="3933692" y="1330390"/>
                </a:lnTo>
                <a:lnTo>
                  <a:pt x="3933692" y="4620407"/>
                </a:lnTo>
                <a:cubicBezTo>
                  <a:pt x="3933692" y="4817041"/>
                  <a:pt x="3774288" y="4976445"/>
                  <a:pt x="3577654" y="4976445"/>
                </a:cubicBezTo>
                <a:lnTo>
                  <a:pt x="356038" y="4976445"/>
                </a:lnTo>
                <a:cubicBezTo>
                  <a:pt x="159404" y="4976445"/>
                  <a:pt x="0" y="4817041"/>
                  <a:pt x="0" y="4620407"/>
                </a:cubicBezTo>
                <a:lnTo>
                  <a:pt x="0" y="3639905"/>
                </a:lnTo>
                <a:lnTo>
                  <a:pt x="0" y="1897859"/>
                </a:lnTo>
                <a:lnTo>
                  <a:pt x="0" y="356038"/>
                </a:lnTo>
                <a:cubicBezTo>
                  <a:pt x="0" y="159404"/>
                  <a:pt x="159404" y="0"/>
                  <a:pt x="356038" y="0"/>
                </a:cubicBezTo>
                <a:close/>
              </a:path>
            </a:pathLst>
          </a:custGeom>
          <a:solidFill>
            <a:srgbClr val="C1B8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下矢印 7">
            <a:extLst>
              <a:ext uri="{FF2B5EF4-FFF2-40B4-BE49-F238E27FC236}">
                <a16:creationId xmlns:a16="http://schemas.microsoft.com/office/drawing/2014/main" id="{160C238A-51F9-879D-E9D3-561A337BFF26}"/>
              </a:ext>
            </a:extLst>
          </p:cNvPr>
          <p:cNvSpPr/>
          <p:nvPr/>
        </p:nvSpPr>
        <p:spPr>
          <a:xfrm>
            <a:off x="4542899" y="1536739"/>
            <a:ext cx="1886474" cy="824963"/>
          </a:xfrm>
          <a:prstGeom prst="downArrow">
            <a:avLst/>
          </a:prstGeom>
          <a:solidFill>
            <a:srgbClr val="C0B9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0694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0454-D123-05FB-6674-ABCE8F797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10E405A9-CEF4-6543-1869-4B43191C993D}"/>
              </a:ext>
            </a:extLst>
          </p:cNvPr>
          <p:cNvSpPr/>
          <p:nvPr/>
        </p:nvSpPr>
        <p:spPr>
          <a:xfrm>
            <a:off x="2676000" y="0"/>
            <a:ext cx="6840000" cy="6840000"/>
          </a:xfrm>
          <a:prstGeom prst="rect">
            <a:avLst/>
          </a:prstGeom>
          <a:solidFill>
            <a:srgbClr val="332826"/>
          </a:solidFill>
          <a:ln>
            <a:solidFill>
              <a:srgbClr val="3328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3A8CE749-6175-8B90-B556-5065A0BBCF1A}"/>
              </a:ext>
            </a:extLst>
          </p:cNvPr>
          <p:cNvGrpSpPr/>
          <p:nvPr/>
        </p:nvGrpSpPr>
        <p:grpSpPr>
          <a:xfrm>
            <a:off x="3837947" y="834431"/>
            <a:ext cx="4480245" cy="4976445"/>
            <a:chOff x="3475816" y="651607"/>
            <a:chExt cx="4480245" cy="4976445"/>
          </a:xfrm>
        </p:grpSpPr>
        <p:sp>
          <p:nvSpPr>
            <p:cNvPr id="47" name="フリーフォーム 46">
              <a:extLst>
                <a:ext uri="{FF2B5EF4-FFF2-40B4-BE49-F238E27FC236}">
                  <a16:creationId xmlns:a16="http://schemas.microsoft.com/office/drawing/2014/main" id="{FED6A65C-B815-C3D0-1408-D0A11C9E8047}"/>
                </a:ext>
              </a:extLst>
            </p:cNvPr>
            <p:cNvSpPr/>
            <p:nvPr/>
          </p:nvSpPr>
          <p:spPr>
            <a:xfrm>
              <a:off x="4022369" y="651607"/>
              <a:ext cx="3933692" cy="4976445"/>
            </a:xfrm>
            <a:custGeom>
              <a:avLst/>
              <a:gdLst/>
              <a:ahLst/>
              <a:cxnLst/>
              <a:rect l="l" t="t" r="r" b="b"/>
              <a:pathLst>
                <a:path w="3933692" h="4976445">
                  <a:moveTo>
                    <a:pt x="364156" y="379656"/>
                  </a:moveTo>
                  <a:lnTo>
                    <a:pt x="364156" y="2229750"/>
                  </a:lnTo>
                  <a:lnTo>
                    <a:pt x="347142" y="2241062"/>
                  </a:lnTo>
                  <a:cubicBezTo>
                    <a:pt x="334514" y="2251575"/>
                    <a:pt x="322436" y="2263840"/>
                    <a:pt x="310907" y="2277857"/>
                  </a:cubicBezTo>
                  <a:lnTo>
                    <a:pt x="310907" y="2205698"/>
                  </a:lnTo>
                  <a:lnTo>
                    <a:pt x="182017" y="2205698"/>
                  </a:lnTo>
                  <a:lnTo>
                    <a:pt x="182017" y="2734196"/>
                  </a:lnTo>
                  <a:lnTo>
                    <a:pt x="321855" y="2734196"/>
                  </a:lnTo>
                  <a:lnTo>
                    <a:pt x="321855" y="2477412"/>
                  </a:lnTo>
                  <a:cubicBezTo>
                    <a:pt x="321855" y="2426652"/>
                    <a:pt x="325588" y="2390324"/>
                    <a:pt x="333052" y="2368428"/>
                  </a:cubicBezTo>
                  <a:lnTo>
                    <a:pt x="364156" y="2326260"/>
                  </a:lnTo>
                  <a:lnTo>
                    <a:pt x="364156" y="4624754"/>
                  </a:lnTo>
                  <a:lnTo>
                    <a:pt x="3596834" y="4624754"/>
                  </a:lnTo>
                  <a:lnTo>
                    <a:pt x="3596834" y="1630638"/>
                  </a:lnTo>
                  <a:lnTo>
                    <a:pt x="3521523" y="1555327"/>
                  </a:lnTo>
                  <a:lnTo>
                    <a:pt x="2533729" y="1555327"/>
                  </a:lnTo>
                  <a:cubicBezTo>
                    <a:pt x="2441860" y="1555327"/>
                    <a:pt x="2367385" y="1480852"/>
                    <a:pt x="2367385" y="1388983"/>
                  </a:cubicBezTo>
                  <a:lnTo>
                    <a:pt x="2367385" y="401189"/>
                  </a:lnTo>
                  <a:lnTo>
                    <a:pt x="2345852" y="379656"/>
                  </a:lnTo>
                  <a:close/>
                  <a:moveTo>
                    <a:pt x="356038" y="0"/>
                  </a:moveTo>
                  <a:lnTo>
                    <a:pt x="2603302" y="0"/>
                  </a:lnTo>
                  <a:lnTo>
                    <a:pt x="3933692" y="1330390"/>
                  </a:lnTo>
                  <a:lnTo>
                    <a:pt x="3933692" y="4620407"/>
                  </a:lnTo>
                  <a:cubicBezTo>
                    <a:pt x="3933692" y="4817041"/>
                    <a:pt x="3774288" y="4976445"/>
                    <a:pt x="3577654" y="4976445"/>
                  </a:cubicBezTo>
                  <a:lnTo>
                    <a:pt x="356038" y="4976445"/>
                  </a:lnTo>
                  <a:cubicBezTo>
                    <a:pt x="159404" y="4976445"/>
                    <a:pt x="0" y="4817041"/>
                    <a:pt x="0" y="4620407"/>
                  </a:cubicBezTo>
                  <a:lnTo>
                    <a:pt x="0" y="2696309"/>
                  </a:lnTo>
                  <a:lnTo>
                    <a:pt x="4651" y="2693887"/>
                  </a:lnTo>
                  <a:cubicBezTo>
                    <a:pt x="45126" y="2659052"/>
                    <a:pt x="65364" y="2617416"/>
                    <a:pt x="65364" y="2568978"/>
                  </a:cubicBezTo>
                  <a:cubicBezTo>
                    <a:pt x="65364" y="2524522"/>
                    <a:pt x="50766" y="2489853"/>
                    <a:pt x="21571" y="2464971"/>
                  </a:cubicBezTo>
                  <a:lnTo>
                    <a:pt x="0" y="2450488"/>
                  </a:lnTo>
                  <a:lnTo>
                    <a:pt x="0" y="2342366"/>
                  </a:lnTo>
                  <a:lnTo>
                    <a:pt x="47449" y="2333593"/>
                  </a:lnTo>
                  <a:cubicBezTo>
                    <a:pt x="40814" y="2310535"/>
                    <a:pt x="31441" y="2290298"/>
                    <a:pt x="19332" y="2272880"/>
                  </a:cubicBezTo>
                  <a:lnTo>
                    <a:pt x="0" y="2253872"/>
                  </a:lnTo>
                  <a:lnTo>
                    <a:pt x="0" y="356038"/>
                  </a:lnTo>
                  <a:cubicBezTo>
                    <a:pt x="0" y="159404"/>
                    <a:pt x="159404" y="0"/>
                    <a:pt x="356038" y="0"/>
                  </a:cubicBezTo>
                  <a:close/>
                </a:path>
              </a:pathLst>
            </a:custGeom>
            <a:solidFill>
              <a:srgbClr val="C1B8B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5AA2706E-3BF8-5706-5BAF-162A41B6C109}"/>
                </a:ext>
              </a:extLst>
            </p:cNvPr>
            <p:cNvSpPr txBox="1"/>
            <p:nvPr/>
          </p:nvSpPr>
          <p:spPr>
            <a:xfrm>
              <a:off x="3475816" y="2351375"/>
              <a:ext cx="3778599" cy="2554545"/>
            </a:xfrm>
            <a:custGeom>
              <a:avLst/>
              <a:gdLst/>
              <a:ahLst/>
              <a:cxnLst/>
              <a:rect l="l" t="t" r="r" b="b"/>
              <a:pathLst>
                <a:path w="3778599" h="2554545">
                  <a:moveTo>
                    <a:pt x="1482189" y="1212378"/>
                  </a:moveTo>
                  <a:lnTo>
                    <a:pt x="1482189" y="1678370"/>
                  </a:lnTo>
                  <a:lnTo>
                    <a:pt x="1075079" y="1678370"/>
                  </a:lnTo>
                  <a:lnTo>
                    <a:pt x="1889299" y="2144362"/>
                  </a:lnTo>
                  <a:lnTo>
                    <a:pt x="2703518" y="1678370"/>
                  </a:lnTo>
                  <a:lnTo>
                    <a:pt x="2296408" y="1678370"/>
                  </a:lnTo>
                  <a:lnTo>
                    <a:pt x="2296408" y="1212378"/>
                  </a:lnTo>
                  <a:close/>
                  <a:moveTo>
                    <a:pt x="1932588" y="782522"/>
                  </a:moveTo>
                  <a:lnTo>
                    <a:pt x="1932588" y="810390"/>
                  </a:lnTo>
                  <a:cubicBezTo>
                    <a:pt x="1932588" y="843898"/>
                    <a:pt x="1930764" y="866624"/>
                    <a:pt x="1927114" y="878567"/>
                  </a:cubicBezTo>
                  <a:cubicBezTo>
                    <a:pt x="1921806" y="896814"/>
                    <a:pt x="1910692" y="912241"/>
                    <a:pt x="1893772" y="924848"/>
                  </a:cubicBezTo>
                  <a:cubicBezTo>
                    <a:pt x="1870880" y="941436"/>
                    <a:pt x="1846828" y="949730"/>
                    <a:pt x="1821614" y="949730"/>
                  </a:cubicBezTo>
                  <a:cubicBezTo>
                    <a:pt x="1799054" y="949730"/>
                    <a:pt x="1780475" y="942597"/>
                    <a:pt x="1765878" y="928331"/>
                  </a:cubicBezTo>
                  <a:cubicBezTo>
                    <a:pt x="1751280" y="914066"/>
                    <a:pt x="1743981" y="897146"/>
                    <a:pt x="1743981" y="877572"/>
                  </a:cubicBezTo>
                  <a:cubicBezTo>
                    <a:pt x="1743981" y="857666"/>
                    <a:pt x="1753105" y="841244"/>
                    <a:pt x="1771352" y="828305"/>
                  </a:cubicBezTo>
                  <a:cubicBezTo>
                    <a:pt x="1783295" y="820343"/>
                    <a:pt x="1808675" y="812214"/>
                    <a:pt x="1847491" y="803920"/>
                  </a:cubicBezTo>
                  <a:cubicBezTo>
                    <a:pt x="1886307" y="795626"/>
                    <a:pt x="1914673" y="788493"/>
                    <a:pt x="1932588" y="782522"/>
                  </a:cubicBezTo>
                  <a:close/>
                  <a:moveTo>
                    <a:pt x="2993975" y="602872"/>
                  </a:moveTo>
                  <a:cubicBezTo>
                    <a:pt x="3022506" y="602872"/>
                    <a:pt x="3046725" y="613406"/>
                    <a:pt x="3066631" y="634473"/>
                  </a:cubicBezTo>
                  <a:cubicBezTo>
                    <a:pt x="3086536" y="655540"/>
                    <a:pt x="3096987" y="686311"/>
                    <a:pt x="3097982" y="726786"/>
                  </a:cubicBezTo>
                  <a:lnTo>
                    <a:pt x="2888972" y="726786"/>
                  </a:lnTo>
                  <a:cubicBezTo>
                    <a:pt x="2888640" y="688633"/>
                    <a:pt x="2898427" y="658442"/>
                    <a:pt x="2918333" y="636214"/>
                  </a:cubicBezTo>
                  <a:cubicBezTo>
                    <a:pt x="2938238" y="613986"/>
                    <a:pt x="2963452" y="602872"/>
                    <a:pt x="2993975" y="602872"/>
                  </a:cubicBezTo>
                  <a:close/>
                  <a:moveTo>
                    <a:pt x="3599812" y="495879"/>
                  </a:moveTo>
                  <a:cubicBezTo>
                    <a:pt x="3577252" y="495879"/>
                    <a:pt x="3557097" y="501519"/>
                    <a:pt x="3539348" y="512799"/>
                  </a:cubicBezTo>
                  <a:cubicBezTo>
                    <a:pt x="3521599" y="524079"/>
                    <a:pt x="3501610" y="547468"/>
                    <a:pt x="3479382" y="582966"/>
                  </a:cubicBezTo>
                  <a:lnTo>
                    <a:pt x="3479382" y="507822"/>
                  </a:lnTo>
                  <a:lnTo>
                    <a:pt x="3349497" y="507822"/>
                  </a:lnTo>
                  <a:lnTo>
                    <a:pt x="3349497" y="1036320"/>
                  </a:lnTo>
                  <a:lnTo>
                    <a:pt x="3489335" y="1036320"/>
                  </a:lnTo>
                  <a:lnTo>
                    <a:pt x="3489335" y="873093"/>
                  </a:lnTo>
                  <a:cubicBezTo>
                    <a:pt x="3489335" y="783185"/>
                    <a:pt x="3493233" y="724131"/>
                    <a:pt x="3501029" y="695932"/>
                  </a:cubicBezTo>
                  <a:cubicBezTo>
                    <a:pt x="3508826" y="667732"/>
                    <a:pt x="3519525" y="648241"/>
                    <a:pt x="3533128" y="637458"/>
                  </a:cubicBezTo>
                  <a:cubicBezTo>
                    <a:pt x="3546730" y="626676"/>
                    <a:pt x="3563318" y="621285"/>
                    <a:pt x="3582892" y="621285"/>
                  </a:cubicBezTo>
                  <a:cubicBezTo>
                    <a:pt x="3603129" y="621285"/>
                    <a:pt x="3625026" y="628916"/>
                    <a:pt x="3648581" y="644177"/>
                  </a:cubicBezTo>
                  <a:lnTo>
                    <a:pt x="3691876" y="522254"/>
                  </a:lnTo>
                  <a:cubicBezTo>
                    <a:pt x="3662349" y="504670"/>
                    <a:pt x="3631661" y="495879"/>
                    <a:pt x="3599812" y="495879"/>
                  </a:cubicBezTo>
                  <a:close/>
                  <a:moveTo>
                    <a:pt x="2985515" y="495879"/>
                  </a:moveTo>
                  <a:cubicBezTo>
                    <a:pt x="2915513" y="495879"/>
                    <a:pt x="2857620" y="520678"/>
                    <a:pt x="2811837" y="570277"/>
                  </a:cubicBezTo>
                  <a:cubicBezTo>
                    <a:pt x="2766053" y="619875"/>
                    <a:pt x="2743162" y="688467"/>
                    <a:pt x="2743162" y="776052"/>
                  </a:cubicBezTo>
                  <a:cubicBezTo>
                    <a:pt x="2743162" y="849372"/>
                    <a:pt x="2760579" y="910084"/>
                    <a:pt x="2795415" y="958190"/>
                  </a:cubicBezTo>
                  <a:cubicBezTo>
                    <a:pt x="2839539" y="1018239"/>
                    <a:pt x="2907550" y="1048264"/>
                    <a:pt x="2999449" y="1048264"/>
                  </a:cubicBezTo>
                  <a:cubicBezTo>
                    <a:pt x="3057507" y="1048264"/>
                    <a:pt x="3105861" y="1034910"/>
                    <a:pt x="3144512" y="1008203"/>
                  </a:cubicBezTo>
                  <a:cubicBezTo>
                    <a:pt x="3183162" y="981496"/>
                    <a:pt x="3211445" y="942597"/>
                    <a:pt x="3229360" y="891506"/>
                  </a:cubicBezTo>
                  <a:lnTo>
                    <a:pt x="3090020" y="868116"/>
                  </a:lnTo>
                  <a:cubicBezTo>
                    <a:pt x="3082389" y="894657"/>
                    <a:pt x="3071109" y="913900"/>
                    <a:pt x="3056180" y="925843"/>
                  </a:cubicBezTo>
                  <a:cubicBezTo>
                    <a:pt x="3041251" y="937787"/>
                    <a:pt x="3022838" y="943758"/>
                    <a:pt x="3000941" y="943758"/>
                  </a:cubicBezTo>
                  <a:cubicBezTo>
                    <a:pt x="2968760" y="943758"/>
                    <a:pt x="2941887" y="932230"/>
                    <a:pt x="2920323" y="909172"/>
                  </a:cubicBezTo>
                  <a:cubicBezTo>
                    <a:pt x="2898759" y="886115"/>
                    <a:pt x="2887479" y="853851"/>
                    <a:pt x="2886483" y="812380"/>
                  </a:cubicBezTo>
                  <a:lnTo>
                    <a:pt x="3236825" y="812380"/>
                  </a:lnTo>
                  <a:cubicBezTo>
                    <a:pt x="3238815" y="705221"/>
                    <a:pt x="3217085" y="625681"/>
                    <a:pt x="3171633" y="573760"/>
                  </a:cubicBezTo>
                  <a:cubicBezTo>
                    <a:pt x="3126182" y="521839"/>
                    <a:pt x="3064142" y="495879"/>
                    <a:pt x="2985515" y="495879"/>
                  </a:cubicBezTo>
                  <a:close/>
                  <a:moveTo>
                    <a:pt x="1847491" y="495879"/>
                  </a:moveTo>
                  <a:cubicBezTo>
                    <a:pt x="1778816" y="495879"/>
                    <a:pt x="1727061" y="508154"/>
                    <a:pt x="1692226" y="532704"/>
                  </a:cubicBezTo>
                  <a:cubicBezTo>
                    <a:pt x="1657391" y="557255"/>
                    <a:pt x="1632841" y="595076"/>
                    <a:pt x="1618575" y="646167"/>
                  </a:cubicBezTo>
                  <a:lnTo>
                    <a:pt x="1745474" y="669059"/>
                  </a:lnTo>
                  <a:cubicBezTo>
                    <a:pt x="1754100" y="644508"/>
                    <a:pt x="1765380" y="627340"/>
                    <a:pt x="1779314" y="617553"/>
                  </a:cubicBezTo>
                  <a:cubicBezTo>
                    <a:pt x="1793248" y="607766"/>
                    <a:pt x="1812656" y="602872"/>
                    <a:pt x="1837538" y="602872"/>
                  </a:cubicBezTo>
                  <a:cubicBezTo>
                    <a:pt x="1874364" y="602872"/>
                    <a:pt x="1899412" y="608595"/>
                    <a:pt x="1912683" y="620041"/>
                  </a:cubicBezTo>
                  <a:cubicBezTo>
                    <a:pt x="1925953" y="631487"/>
                    <a:pt x="1932588" y="650646"/>
                    <a:pt x="1932588" y="677519"/>
                  </a:cubicBezTo>
                  <a:lnTo>
                    <a:pt x="1932588" y="691453"/>
                  </a:lnTo>
                  <a:cubicBezTo>
                    <a:pt x="1907374" y="702069"/>
                    <a:pt x="1862089" y="713515"/>
                    <a:pt x="1796732" y="725790"/>
                  </a:cubicBezTo>
                  <a:cubicBezTo>
                    <a:pt x="1748294" y="735080"/>
                    <a:pt x="1711220" y="745945"/>
                    <a:pt x="1685508" y="758386"/>
                  </a:cubicBezTo>
                  <a:cubicBezTo>
                    <a:pt x="1659796" y="770827"/>
                    <a:pt x="1639808" y="788742"/>
                    <a:pt x="1625542" y="812132"/>
                  </a:cubicBezTo>
                  <a:cubicBezTo>
                    <a:pt x="1611276" y="835521"/>
                    <a:pt x="1604143" y="862145"/>
                    <a:pt x="1604143" y="892003"/>
                  </a:cubicBezTo>
                  <a:cubicBezTo>
                    <a:pt x="1604143" y="937123"/>
                    <a:pt x="1619819" y="974446"/>
                    <a:pt x="1651171" y="1003973"/>
                  </a:cubicBezTo>
                  <a:cubicBezTo>
                    <a:pt x="1682522" y="1033500"/>
                    <a:pt x="1725402" y="1048264"/>
                    <a:pt x="1779812" y="1048264"/>
                  </a:cubicBezTo>
                  <a:cubicBezTo>
                    <a:pt x="1810665" y="1048264"/>
                    <a:pt x="1839695" y="1042458"/>
                    <a:pt x="1866899" y="1030846"/>
                  </a:cubicBezTo>
                  <a:cubicBezTo>
                    <a:pt x="1894104" y="1019234"/>
                    <a:pt x="1919650" y="1001817"/>
                    <a:pt x="1943536" y="978593"/>
                  </a:cubicBezTo>
                  <a:cubicBezTo>
                    <a:pt x="1944532" y="981248"/>
                    <a:pt x="1946191" y="986722"/>
                    <a:pt x="1948513" y="995016"/>
                  </a:cubicBezTo>
                  <a:cubicBezTo>
                    <a:pt x="1953821" y="1013263"/>
                    <a:pt x="1958300" y="1027031"/>
                    <a:pt x="1961949" y="1036320"/>
                  </a:cubicBezTo>
                  <a:lnTo>
                    <a:pt x="2100294" y="1036320"/>
                  </a:lnTo>
                  <a:cubicBezTo>
                    <a:pt x="2088019" y="1011106"/>
                    <a:pt x="2079642" y="987468"/>
                    <a:pt x="2075163" y="965406"/>
                  </a:cubicBezTo>
                  <a:cubicBezTo>
                    <a:pt x="2070684" y="943344"/>
                    <a:pt x="2068445" y="909089"/>
                    <a:pt x="2068445" y="862642"/>
                  </a:cubicBezTo>
                  <a:lnTo>
                    <a:pt x="2069938" y="699415"/>
                  </a:lnTo>
                  <a:cubicBezTo>
                    <a:pt x="2069938" y="638703"/>
                    <a:pt x="2063717" y="596983"/>
                    <a:pt x="2051276" y="574258"/>
                  </a:cubicBezTo>
                  <a:cubicBezTo>
                    <a:pt x="2038835" y="551532"/>
                    <a:pt x="2017353" y="532787"/>
                    <a:pt x="1986832" y="518024"/>
                  </a:cubicBezTo>
                  <a:cubicBezTo>
                    <a:pt x="1956309" y="503260"/>
                    <a:pt x="1909862" y="495879"/>
                    <a:pt x="1847491" y="495879"/>
                  </a:cubicBezTo>
                  <a:close/>
                  <a:moveTo>
                    <a:pt x="1019253" y="495879"/>
                  </a:moveTo>
                  <a:cubicBezTo>
                    <a:pt x="955555" y="495879"/>
                    <a:pt x="900648" y="523913"/>
                    <a:pt x="854533" y="579981"/>
                  </a:cubicBezTo>
                  <a:lnTo>
                    <a:pt x="854533" y="507822"/>
                  </a:lnTo>
                  <a:lnTo>
                    <a:pt x="725643" y="507822"/>
                  </a:lnTo>
                  <a:lnTo>
                    <a:pt x="725643" y="1036320"/>
                  </a:lnTo>
                  <a:lnTo>
                    <a:pt x="865481" y="1036320"/>
                  </a:lnTo>
                  <a:lnTo>
                    <a:pt x="865481" y="779536"/>
                  </a:lnTo>
                  <a:cubicBezTo>
                    <a:pt x="865481" y="728776"/>
                    <a:pt x="869214" y="692448"/>
                    <a:pt x="876678" y="670552"/>
                  </a:cubicBezTo>
                  <a:cubicBezTo>
                    <a:pt x="884143" y="648655"/>
                    <a:pt x="896501" y="631901"/>
                    <a:pt x="913753" y="620290"/>
                  </a:cubicBezTo>
                  <a:cubicBezTo>
                    <a:pt x="931004" y="608678"/>
                    <a:pt x="950413" y="602872"/>
                    <a:pt x="971977" y="602872"/>
                  </a:cubicBezTo>
                  <a:cubicBezTo>
                    <a:pt x="989892" y="602872"/>
                    <a:pt x="1004075" y="606522"/>
                    <a:pt x="1014526" y="613820"/>
                  </a:cubicBezTo>
                  <a:cubicBezTo>
                    <a:pt x="1024976" y="621119"/>
                    <a:pt x="1032690" y="632233"/>
                    <a:pt x="1037666" y="647163"/>
                  </a:cubicBezTo>
                  <a:cubicBezTo>
                    <a:pt x="1042643" y="662092"/>
                    <a:pt x="1045131" y="695268"/>
                    <a:pt x="1045131" y="746691"/>
                  </a:cubicBezTo>
                  <a:lnTo>
                    <a:pt x="1045131" y="1036320"/>
                  </a:lnTo>
                  <a:lnTo>
                    <a:pt x="1184969" y="1036320"/>
                  </a:lnTo>
                  <a:lnTo>
                    <a:pt x="1184969" y="782522"/>
                  </a:lnTo>
                  <a:cubicBezTo>
                    <a:pt x="1184969" y="732757"/>
                    <a:pt x="1188784" y="696346"/>
                    <a:pt x="1196415" y="673289"/>
                  </a:cubicBezTo>
                  <a:cubicBezTo>
                    <a:pt x="1204045" y="650231"/>
                    <a:pt x="1216486" y="632731"/>
                    <a:pt x="1233738" y="620787"/>
                  </a:cubicBezTo>
                  <a:cubicBezTo>
                    <a:pt x="1250990" y="608844"/>
                    <a:pt x="1269402" y="602872"/>
                    <a:pt x="1288976" y="602872"/>
                  </a:cubicBezTo>
                  <a:cubicBezTo>
                    <a:pt x="1315849" y="602872"/>
                    <a:pt x="1335755" y="612825"/>
                    <a:pt x="1348694" y="632731"/>
                  </a:cubicBezTo>
                  <a:cubicBezTo>
                    <a:pt x="1358315" y="647992"/>
                    <a:pt x="1363125" y="681832"/>
                    <a:pt x="1363125" y="734250"/>
                  </a:cubicBezTo>
                  <a:lnTo>
                    <a:pt x="1363125" y="1036320"/>
                  </a:lnTo>
                  <a:lnTo>
                    <a:pt x="1502963" y="1036320"/>
                  </a:lnTo>
                  <a:lnTo>
                    <a:pt x="1502963" y="698420"/>
                  </a:lnTo>
                  <a:cubicBezTo>
                    <a:pt x="1502963" y="647992"/>
                    <a:pt x="1498153" y="611498"/>
                    <a:pt x="1488532" y="588938"/>
                  </a:cubicBezTo>
                  <a:cubicBezTo>
                    <a:pt x="1475261" y="558416"/>
                    <a:pt x="1455190" y="535276"/>
                    <a:pt x="1428317" y="519517"/>
                  </a:cubicBezTo>
                  <a:cubicBezTo>
                    <a:pt x="1401444" y="503758"/>
                    <a:pt x="1368599" y="495879"/>
                    <a:pt x="1329783" y="495879"/>
                  </a:cubicBezTo>
                  <a:cubicBezTo>
                    <a:pt x="1299261" y="495879"/>
                    <a:pt x="1270564" y="502846"/>
                    <a:pt x="1243691" y="516780"/>
                  </a:cubicBezTo>
                  <a:cubicBezTo>
                    <a:pt x="1216818" y="530714"/>
                    <a:pt x="1191770" y="551781"/>
                    <a:pt x="1168547" y="579981"/>
                  </a:cubicBezTo>
                  <a:cubicBezTo>
                    <a:pt x="1152622" y="551781"/>
                    <a:pt x="1132219" y="530714"/>
                    <a:pt x="1107336" y="516780"/>
                  </a:cubicBezTo>
                  <a:cubicBezTo>
                    <a:pt x="1082454" y="502846"/>
                    <a:pt x="1053093" y="495879"/>
                    <a:pt x="1019253" y="495879"/>
                  </a:cubicBezTo>
                  <a:close/>
                  <a:moveTo>
                    <a:pt x="357182" y="495879"/>
                  </a:moveTo>
                  <a:cubicBezTo>
                    <a:pt x="281209" y="495879"/>
                    <a:pt x="225141" y="511472"/>
                    <a:pt x="188979" y="542657"/>
                  </a:cubicBezTo>
                  <a:cubicBezTo>
                    <a:pt x="152816" y="573843"/>
                    <a:pt x="134735" y="612327"/>
                    <a:pt x="134735" y="658111"/>
                  </a:cubicBezTo>
                  <a:cubicBezTo>
                    <a:pt x="134735" y="708870"/>
                    <a:pt x="155636" y="748516"/>
                    <a:pt x="197438" y="777048"/>
                  </a:cubicBezTo>
                  <a:cubicBezTo>
                    <a:pt x="227629" y="797617"/>
                    <a:pt x="299124" y="820343"/>
                    <a:pt x="411923" y="845225"/>
                  </a:cubicBezTo>
                  <a:cubicBezTo>
                    <a:pt x="436142" y="850865"/>
                    <a:pt x="451735" y="857002"/>
                    <a:pt x="458702" y="863638"/>
                  </a:cubicBezTo>
                  <a:cubicBezTo>
                    <a:pt x="465337" y="870605"/>
                    <a:pt x="468654" y="879396"/>
                    <a:pt x="468654" y="890013"/>
                  </a:cubicBezTo>
                  <a:cubicBezTo>
                    <a:pt x="468654" y="905606"/>
                    <a:pt x="462517" y="918047"/>
                    <a:pt x="450242" y="927336"/>
                  </a:cubicBezTo>
                  <a:cubicBezTo>
                    <a:pt x="431995" y="940607"/>
                    <a:pt x="404790" y="947242"/>
                    <a:pt x="368628" y="947242"/>
                  </a:cubicBezTo>
                  <a:cubicBezTo>
                    <a:pt x="335784" y="947242"/>
                    <a:pt x="310238" y="940192"/>
                    <a:pt x="291991" y="926092"/>
                  </a:cubicBezTo>
                  <a:cubicBezTo>
                    <a:pt x="273744" y="911992"/>
                    <a:pt x="261635" y="891340"/>
                    <a:pt x="255663" y="864135"/>
                  </a:cubicBezTo>
                  <a:lnTo>
                    <a:pt x="115327" y="885534"/>
                  </a:lnTo>
                  <a:cubicBezTo>
                    <a:pt x="128266" y="935630"/>
                    <a:pt x="155719" y="975276"/>
                    <a:pt x="197687" y="1004471"/>
                  </a:cubicBezTo>
                  <a:cubicBezTo>
                    <a:pt x="239655" y="1033666"/>
                    <a:pt x="296636" y="1048264"/>
                    <a:pt x="368628" y="1048264"/>
                  </a:cubicBezTo>
                  <a:cubicBezTo>
                    <a:pt x="447919" y="1048264"/>
                    <a:pt x="507802" y="1030846"/>
                    <a:pt x="548278" y="996011"/>
                  </a:cubicBezTo>
                  <a:cubicBezTo>
                    <a:pt x="588753" y="961176"/>
                    <a:pt x="608990" y="919540"/>
                    <a:pt x="608990" y="871102"/>
                  </a:cubicBezTo>
                  <a:cubicBezTo>
                    <a:pt x="608990" y="826646"/>
                    <a:pt x="594392" y="791977"/>
                    <a:pt x="565197" y="767095"/>
                  </a:cubicBezTo>
                  <a:cubicBezTo>
                    <a:pt x="535670" y="742544"/>
                    <a:pt x="483667" y="721809"/>
                    <a:pt x="409186" y="704889"/>
                  </a:cubicBezTo>
                  <a:cubicBezTo>
                    <a:pt x="334705" y="687969"/>
                    <a:pt x="291161" y="674865"/>
                    <a:pt x="278554" y="665575"/>
                  </a:cubicBezTo>
                  <a:cubicBezTo>
                    <a:pt x="269265" y="658608"/>
                    <a:pt x="264620" y="650148"/>
                    <a:pt x="264620" y="640196"/>
                  </a:cubicBezTo>
                  <a:cubicBezTo>
                    <a:pt x="264620" y="628584"/>
                    <a:pt x="269929" y="619129"/>
                    <a:pt x="280545" y="611830"/>
                  </a:cubicBezTo>
                  <a:cubicBezTo>
                    <a:pt x="296470" y="601545"/>
                    <a:pt x="322845" y="596403"/>
                    <a:pt x="359670" y="596403"/>
                  </a:cubicBezTo>
                  <a:cubicBezTo>
                    <a:pt x="388866" y="596403"/>
                    <a:pt x="411342" y="601877"/>
                    <a:pt x="427101" y="612825"/>
                  </a:cubicBezTo>
                  <a:cubicBezTo>
                    <a:pt x="442860" y="623773"/>
                    <a:pt x="453559" y="639532"/>
                    <a:pt x="459199" y="660101"/>
                  </a:cubicBezTo>
                  <a:lnTo>
                    <a:pt x="591075" y="635717"/>
                  </a:lnTo>
                  <a:cubicBezTo>
                    <a:pt x="577804" y="589602"/>
                    <a:pt x="553586" y="554767"/>
                    <a:pt x="518419" y="531211"/>
                  </a:cubicBezTo>
                  <a:cubicBezTo>
                    <a:pt x="483252" y="507656"/>
                    <a:pt x="429506" y="495879"/>
                    <a:pt x="357182" y="495879"/>
                  </a:cubicBezTo>
                  <a:close/>
                  <a:moveTo>
                    <a:pt x="2498219" y="306774"/>
                  </a:moveTo>
                  <a:lnTo>
                    <a:pt x="2498219" y="1036320"/>
                  </a:lnTo>
                  <a:lnTo>
                    <a:pt x="2638057" y="1036320"/>
                  </a:lnTo>
                  <a:lnTo>
                    <a:pt x="2638057" y="306774"/>
                  </a:lnTo>
                  <a:close/>
                  <a:moveTo>
                    <a:pt x="2212469" y="306774"/>
                  </a:moveTo>
                  <a:lnTo>
                    <a:pt x="2212469" y="1036320"/>
                  </a:lnTo>
                  <a:lnTo>
                    <a:pt x="2352307" y="1036320"/>
                  </a:lnTo>
                  <a:lnTo>
                    <a:pt x="2352307" y="306774"/>
                  </a:lnTo>
                  <a:close/>
                  <a:moveTo>
                    <a:pt x="0" y="0"/>
                  </a:moveTo>
                  <a:lnTo>
                    <a:pt x="3778599" y="0"/>
                  </a:lnTo>
                  <a:lnTo>
                    <a:pt x="3778599" y="2554545"/>
                  </a:lnTo>
                  <a:lnTo>
                    <a:pt x="0" y="2554545"/>
                  </a:lnTo>
                  <a:close/>
                </a:path>
              </a:pathLst>
            </a:custGeom>
            <a:solidFill>
              <a:srgbClr val="C0B8B5"/>
            </a:solidFill>
            <a:ln>
              <a:noFill/>
            </a:ln>
          </p:spPr>
          <p:txBody>
            <a:bodyPr wrap="square" rtlCol="0">
              <a:noAutofit/>
            </a:bodyPr>
            <a:lstStyle/>
            <a:p>
              <a:endParaRPr lang="en-US" altLang="ja-JP" sz="8000" b="1" dirty="0">
                <a:solidFill>
                  <a:srgbClr val="332826"/>
                </a:solidFill>
                <a:latin typeface="Arial" panose="020B0604020202020204" pitchFamily="34" charset="0"/>
                <a:ea typeface="Meiryo UI" panose="020B0604030504040204" pitchFamily="34" charset="-128"/>
                <a:cs typeface="Arial" panose="020B0604020202020204" pitchFamily="34" charset="0"/>
              </a:endParaRPr>
            </a:p>
          </p:txBody>
        </p:sp>
      </p:grp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8FCCC1A-FC40-CF19-3F1A-274383F30897}"/>
              </a:ext>
            </a:extLst>
          </p:cNvPr>
          <p:cNvSpPr txBox="1"/>
          <p:nvPr/>
        </p:nvSpPr>
        <p:spPr>
          <a:xfrm>
            <a:off x="925221" y="12444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新アイコン用</a:t>
            </a:r>
          </a:p>
        </p:txBody>
      </p:sp>
      <p:sp>
        <p:nvSpPr>
          <p:cNvPr id="2" name="フリーフォーム 1">
            <a:extLst>
              <a:ext uri="{FF2B5EF4-FFF2-40B4-BE49-F238E27FC236}">
                <a16:creationId xmlns:a16="http://schemas.microsoft.com/office/drawing/2014/main" id="{E51FED1F-5ACF-0D2E-775D-4274AE467C9A}"/>
              </a:ext>
            </a:extLst>
          </p:cNvPr>
          <p:cNvSpPr/>
          <p:nvPr/>
        </p:nvSpPr>
        <p:spPr>
          <a:xfrm>
            <a:off x="8398875" y="834431"/>
            <a:ext cx="3933692" cy="4976445"/>
          </a:xfrm>
          <a:custGeom>
            <a:avLst/>
            <a:gdLst>
              <a:gd name="csX0" fmla="*/ 364156 w 3933692"/>
              <a:gd name="csY0" fmla="*/ 379656 h 4976445"/>
              <a:gd name="csX1" fmla="*/ 364156 w 3933692"/>
              <a:gd name="csY1" fmla="*/ 1897859 h 4976445"/>
              <a:gd name="csX2" fmla="*/ 365696 w 3933692"/>
              <a:gd name="csY2" fmla="*/ 1897859 h 4976445"/>
              <a:gd name="csX3" fmla="*/ 365696 w 3933692"/>
              <a:gd name="csY3" fmla="*/ 3639905 h 4976445"/>
              <a:gd name="csX4" fmla="*/ 364156 w 3933692"/>
              <a:gd name="csY4" fmla="*/ 3639905 h 4976445"/>
              <a:gd name="csX5" fmla="*/ 364156 w 3933692"/>
              <a:gd name="csY5" fmla="*/ 4624754 h 4976445"/>
              <a:gd name="csX6" fmla="*/ 3596834 w 3933692"/>
              <a:gd name="csY6" fmla="*/ 4624754 h 4976445"/>
              <a:gd name="csX7" fmla="*/ 3596834 w 3933692"/>
              <a:gd name="csY7" fmla="*/ 1630638 h 4976445"/>
              <a:gd name="csX8" fmla="*/ 3521523 w 3933692"/>
              <a:gd name="csY8" fmla="*/ 1555327 h 4976445"/>
              <a:gd name="csX9" fmla="*/ 2533729 w 3933692"/>
              <a:gd name="csY9" fmla="*/ 1555327 h 4976445"/>
              <a:gd name="csX10" fmla="*/ 2367385 w 3933692"/>
              <a:gd name="csY10" fmla="*/ 1388983 h 4976445"/>
              <a:gd name="csX11" fmla="*/ 2367385 w 3933692"/>
              <a:gd name="csY11" fmla="*/ 401189 h 4976445"/>
              <a:gd name="csX12" fmla="*/ 2345852 w 3933692"/>
              <a:gd name="csY12" fmla="*/ 379656 h 4976445"/>
              <a:gd name="csX13" fmla="*/ 356038 w 3933692"/>
              <a:gd name="csY13" fmla="*/ 0 h 4976445"/>
              <a:gd name="csX14" fmla="*/ 2603302 w 3933692"/>
              <a:gd name="csY14" fmla="*/ 0 h 4976445"/>
              <a:gd name="csX15" fmla="*/ 3933692 w 3933692"/>
              <a:gd name="csY15" fmla="*/ 1330390 h 4976445"/>
              <a:gd name="csX16" fmla="*/ 3933692 w 3933692"/>
              <a:gd name="csY16" fmla="*/ 4620407 h 4976445"/>
              <a:gd name="csX17" fmla="*/ 3577654 w 3933692"/>
              <a:gd name="csY17" fmla="*/ 4976445 h 4976445"/>
              <a:gd name="csX18" fmla="*/ 356038 w 3933692"/>
              <a:gd name="csY18" fmla="*/ 4976445 h 4976445"/>
              <a:gd name="csX19" fmla="*/ 0 w 3933692"/>
              <a:gd name="csY19" fmla="*/ 4620407 h 4976445"/>
              <a:gd name="csX20" fmla="*/ 0 w 3933692"/>
              <a:gd name="csY20" fmla="*/ 3639905 h 4976445"/>
              <a:gd name="csX21" fmla="*/ 0 w 3933692"/>
              <a:gd name="csY21" fmla="*/ 1897859 h 4976445"/>
              <a:gd name="csX22" fmla="*/ 0 w 3933692"/>
              <a:gd name="csY22" fmla="*/ 356038 h 4976445"/>
              <a:gd name="csX23" fmla="*/ 356038 w 3933692"/>
              <a:gd name="csY23" fmla="*/ 0 h 49764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933692" h="4976445">
                <a:moveTo>
                  <a:pt x="364156" y="379656"/>
                </a:moveTo>
                <a:lnTo>
                  <a:pt x="364156" y="1897859"/>
                </a:lnTo>
                <a:lnTo>
                  <a:pt x="365696" y="1897859"/>
                </a:lnTo>
                <a:lnTo>
                  <a:pt x="365696" y="3639905"/>
                </a:lnTo>
                <a:lnTo>
                  <a:pt x="364156" y="3639905"/>
                </a:lnTo>
                <a:lnTo>
                  <a:pt x="364156" y="4624754"/>
                </a:lnTo>
                <a:lnTo>
                  <a:pt x="3596834" y="4624754"/>
                </a:lnTo>
                <a:lnTo>
                  <a:pt x="3596834" y="1630638"/>
                </a:lnTo>
                <a:lnTo>
                  <a:pt x="3521523" y="1555327"/>
                </a:lnTo>
                <a:lnTo>
                  <a:pt x="2533729" y="1555327"/>
                </a:lnTo>
                <a:cubicBezTo>
                  <a:pt x="2441860" y="1555327"/>
                  <a:pt x="2367385" y="1480852"/>
                  <a:pt x="2367385" y="1388983"/>
                </a:cubicBezTo>
                <a:lnTo>
                  <a:pt x="2367385" y="401189"/>
                </a:lnTo>
                <a:lnTo>
                  <a:pt x="2345852" y="379656"/>
                </a:lnTo>
                <a:close/>
                <a:moveTo>
                  <a:pt x="356038" y="0"/>
                </a:moveTo>
                <a:lnTo>
                  <a:pt x="2603302" y="0"/>
                </a:lnTo>
                <a:lnTo>
                  <a:pt x="3933692" y="1330390"/>
                </a:lnTo>
                <a:lnTo>
                  <a:pt x="3933692" y="4620407"/>
                </a:lnTo>
                <a:cubicBezTo>
                  <a:pt x="3933692" y="4817041"/>
                  <a:pt x="3774288" y="4976445"/>
                  <a:pt x="3577654" y="4976445"/>
                </a:cubicBezTo>
                <a:lnTo>
                  <a:pt x="356038" y="4976445"/>
                </a:lnTo>
                <a:cubicBezTo>
                  <a:pt x="159404" y="4976445"/>
                  <a:pt x="0" y="4817041"/>
                  <a:pt x="0" y="4620407"/>
                </a:cubicBezTo>
                <a:lnTo>
                  <a:pt x="0" y="3639905"/>
                </a:lnTo>
                <a:lnTo>
                  <a:pt x="0" y="1897859"/>
                </a:lnTo>
                <a:lnTo>
                  <a:pt x="0" y="356038"/>
                </a:lnTo>
                <a:cubicBezTo>
                  <a:pt x="0" y="159404"/>
                  <a:pt x="159404" y="0"/>
                  <a:pt x="356038" y="0"/>
                </a:cubicBezTo>
                <a:close/>
              </a:path>
            </a:pathLst>
          </a:custGeom>
          <a:solidFill>
            <a:srgbClr val="C1B8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DAE2189-39FA-D934-2420-4769417DF18E}"/>
              </a:ext>
            </a:extLst>
          </p:cNvPr>
          <p:cNvSpPr txBox="1"/>
          <p:nvPr/>
        </p:nvSpPr>
        <p:spPr>
          <a:xfrm>
            <a:off x="59348" y="628957"/>
            <a:ext cx="3778599" cy="2554545"/>
          </a:xfrm>
          <a:custGeom>
            <a:avLst/>
            <a:gdLst/>
            <a:ahLst/>
            <a:cxnLst/>
            <a:rect l="l" t="t" r="r" b="b"/>
            <a:pathLst>
              <a:path w="3778599" h="2554545">
                <a:moveTo>
                  <a:pt x="1482189" y="1212378"/>
                </a:moveTo>
                <a:lnTo>
                  <a:pt x="1482189" y="1678370"/>
                </a:lnTo>
                <a:lnTo>
                  <a:pt x="1075079" y="1678370"/>
                </a:lnTo>
                <a:lnTo>
                  <a:pt x="1889299" y="2144362"/>
                </a:lnTo>
                <a:lnTo>
                  <a:pt x="2703518" y="1678370"/>
                </a:lnTo>
                <a:lnTo>
                  <a:pt x="2296408" y="1678370"/>
                </a:lnTo>
                <a:lnTo>
                  <a:pt x="2296408" y="1212378"/>
                </a:lnTo>
                <a:close/>
                <a:moveTo>
                  <a:pt x="1932588" y="782522"/>
                </a:moveTo>
                <a:lnTo>
                  <a:pt x="1932588" y="810390"/>
                </a:lnTo>
                <a:cubicBezTo>
                  <a:pt x="1932588" y="843898"/>
                  <a:pt x="1930764" y="866624"/>
                  <a:pt x="1927114" y="878567"/>
                </a:cubicBezTo>
                <a:cubicBezTo>
                  <a:pt x="1921806" y="896814"/>
                  <a:pt x="1910692" y="912241"/>
                  <a:pt x="1893772" y="924848"/>
                </a:cubicBezTo>
                <a:cubicBezTo>
                  <a:pt x="1870880" y="941436"/>
                  <a:pt x="1846828" y="949730"/>
                  <a:pt x="1821614" y="949730"/>
                </a:cubicBezTo>
                <a:cubicBezTo>
                  <a:pt x="1799054" y="949730"/>
                  <a:pt x="1780475" y="942597"/>
                  <a:pt x="1765878" y="928331"/>
                </a:cubicBezTo>
                <a:cubicBezTo>
                  <a:pt x="1751280" y="914066"/>
                  <a:pt x="1743981" y="897146"/>
                  <a:pt x="1743981" y="877572"/>
                </a:cubicBezTo>
                <a:cubicBezTo>
                  <a:pt x="1743981" y="857666"/>
                  <a:pt x="1753105" y="841244"/>
                  <a:pt x="1771352" y="828305"/>
                </a:cubicBezTo>
                <a:cubicBezTo>
                  <a:pt x="1783295" y="820343"/>
                  <a:pt x="1808675" y="812214"/>
                  <a:pt x="1847491" y="803920"/>
                </a:cubicBezTo>
                <a:cubicBezTo>
                  <a:pt x="1886307" y="795626"/>
                  <a:pt x="1914673" y="788493"/>
                  <a:pt x="1932588" y="782522"/>
                </a:cubicBezTo>
                <a:close/>
                <a:moveTo>
                  <a:pt x="2993975" y="602872"/>
                </a:moveTo>
                <a:cubicBezTo>
                  <a:pt x="3022506" y="602872"/>
                  <a:pt x="3046725" y="613406"/>
                  <a:pt x="3066631" y="634473"/>
                </a:cubicBezTo>
                <a:cubicBezTo>
                  <a:pt x="3086536" y="655540"/>
                  <a:pt x="3096987" y="686311"/>
                  <a:pt x="3097982" y="726786"/>
                </a:cubicBezTo>
                <a:lnTo>
                  <a:pt x="2888972" y="726786"/>
                </a:lnTo>
                <a:cubicBezTo>
                  <a:pt x="2888640" y="688633"/>
                  <a:pt x="2898427" y="658442"/>
                  <a:pt x="2918333" y="636214"/>
                </a:cubicBezTo>
                <a:cubicBezTo>
                  <a:pt x="2938238" y="613986"/>
                  <a:pt x="2963452" y="602872"/>
                  <a:pt x="2993975" y="602872"/>
                </a:cubicBezTo>
                <a:close/>
                <a:moveTo>
                  <a:pt x="3599812" y="495879"/>
                </a:moveTo>
                <a:cubicBezTo>
                  <a:pt x="3577252" y="495879"/>
                  <a:pt x="3557097" y="501519"/>
                  <a:pt x="3539348" y="512799"/>
                </a:cubicBezTo>
                <a:cubicBezTo>
                  <a:pt x="3521599" y="524079"/>
                  <a:pt x="3501610" y="547468"/>
                  <a:pt x="3479382" y="582966"/>
                </a:cubicBezTo>
                <a:lnTo>
                  <a:pt x="3479382" y="507822"/>
                </a:lnTo>
                <a:lnTo>
                  <a:pt x="3349497" y="507822"/>
                </a:lnTo>
                <a:lnTo>
                  <a:pt x="3349497" y="1036320"/>
                </a:lnTo>
                <a:lnTo>
                  <a:pt x="3489335" y="1036320"/>
                </a:lnTo>
                <a:lnTo>
                  <a:pt x="3489335" y="873093"/>
                </a:lnTo>
                <a:cubicBezTo>
                  <a:pt x="3489335" y="783185"/>
                  <a:pt x="3493233" y="724131"/>
                  <a:pt x="3501029" y="695932"/>
                </a:cubicBezTo>
                <a:cubicBezTo>
                  <a:pt x="3508826" y="667732"/>
                  <a:pt x="3519525" y="648241"/>
                  <a:pt x="3533128" y="637458"/>
                </a:cubicBezTo>
                <a:cubicBezTo>
                  <a:pt x="3546730" y="626676"/>
                  <a:pt x="3563318" y="621285"/>
                  <a:pt x="3582892" y="621285"/>
                </a:cubicBezTo>
                <a:cubicBezTo>
                  <a:pt x="3603129" y="621285"/>
                  <a:pt x="3625026" y="628916"/>
                  <a:pt x="3648581" y="644177"/>
                </a:cubicBezTo>
                <a:lnTo>
                  <a:pt x="3691876" y="522254"/>
                </a:lnTo>
                <a:cubicBezTo>
                  <a:pt x="3662349" y="504670"/>
                  <a:pt x="3631661" y="495879"/>
                  <a:pt x="3599812" y="495879"/>
                </a:cubicBezTo>
                <a:close/>
                <a:moveTo>
                  <a:pt x="2985515" y="495879"/>
                </a:moveTo>
                <a:cubicBezTo>
                  <a:pt x="2915513" y="495879"/>
                  <a:pt x="2857620" y="520678"/>
                  <a:pt x="2811837" y="570277"/>
                </a:cubicBezTo>
                <a:cubicBezTo>
                  <a:pt x="2766053" y="619875"/>
                  <a:pt x="2743162" y="688467"/>
                  <a:pt x="2743162" y="776052"/>
                </a:cubicBezTo>
                <a:cubicBezTo>
                  <a:pt x="2743162" y="849372"/>
                  <a:pt x="2760579" y="910084"/>
                  <a:pt x="2795415" y="958190"/>
                </a:cubicBezTo>
                <a:cubicBezTo>
                  <a:pt x="2839539" y="1018239"/>
                  <a:pt x="2907550" y="1048264"/>
                  <a:pt x="2999449" y="1048264"/>
                </a:cubicBezTo>
                <a:cubicBezTo>
                  <a:pt x="3057507" y="1048264"/>
                  <a:pt x="3105861" y="1034910"/>
                  <a:pt x="3144512" y="1008203"/>
                </a:cubicBezTo>
                <a:cubicBezTo>
                  <a:pt x="3183162" y="981496"/>
                  <a:pt x="3211445" y="942597"/>
                  <a:pt x="3229360" y="891506"/>
                </a:cubicBezTo>
                <a:lnTo>
                  <a:pt x="3090020" y="868116"/>
                </a:lnTo>
                <a:cubicBezTo>
                  <a:pt x="3082389" y="894657"/>
                  <a:pt x="3071109" y="913900"/>
                  <a:pt x="3056180" y="925843"/>
                </a:cubicBezTo>
                <a:cubicBezTo>
                  <a:pt x="3041251" y="937787"/>
                  <a:pt x="3022838" y="943758"/>
                  <a:pt x="3000941" y="943758"/>
                </a:cubicBezTo>
                <a:cubicBezTo>
                  <a:pt x="2968760" y="943758"/>
                  <a:pt x="2941887" y="932230"/>
                  <a:pt x="2920323" y="909172"/>
                </a:cubicBezTo>
                <a:cubicBezTo>
                  <a:pt x="2898759" y="886115"/>
                  <a:pt x="2887479" y="853851"/>
                  <a:pt x="2886483" y="812380"/>
                </a:cubicBezTo>
                <a:lnTo>
                  <a:pt x="3236825" y="812380"/>
                </a:lnTo>
                <a:cubicBezTo>
                  <a:pt x="3238815" y="705221"/>
                  <a:pt x="3217085" y="625681"/>
                  <a:pt x="3171633" y="573760"/>
                </a:cubicBezTo>
                <a:cubicBezTo>
                  <a:pt x="3126182" y="521839"/>
                  <a:pt x="3064142" y="495879"/>
                  <a:pt x="2985515" y="495879"/>
                </a:cubicBezTo>
                <a:close/>
                <a:moveTo>
                  <a:pt x="1847491" y="495879"/>
                </a:moveTo>
                <a:cubicBezTo>
                  <a:pt x="1778816" y="495879"/>
                  <a:pt x="1727061" y="508154"/>
                  <a:pt x="1692226" y="532704"/>
                </a:cubicBezTo>
                <a:cubicBezTo>
                  <a:pt x="1657391" y="557255"/>
                  <a:pt x="1632841" y="595076"/>
                  <a:pt x="1618575" y="646167"/>
                </a:cubicBezTo>
                <a:lnTo>
                  <a:pt x="1745474" y="669059"/>
                </a:lnTo>
                <a:cubicBezTo>
                  <a:pt x="1754100" y="644508"/>
                  <a:pt x="1765380" y="627340"/>
                  <a:pt x="1779314" y="617553"/>
                </a:cubicBezTo>
                <a:cubicBezTo>
                  <a:pt x="1793248" y="607766"/>
                  <a:pt x="1812656" y="602872"/>
                  <a:pt x="1837538" y="602872"/>
                </a:cubicBezTo>
                <a:cubicBezTo>
                  <a:pt x="1874364" y="602872"/>
                  <a:pt x="1899412" y="608595"/>
                  <a:pt x="1912683" y="620041"/>
                </a:cubicBezTo>
                <a:cubicBezTo>
                  <a:pt x="1925953" y="631487"/>
                  <a:pt x="1932588" y="650646"/>
                  <a:pt x="1932588" y="677519"/>
                </a:cubicBezTo>
                <a:lnTo>
                  <a:pt x="1932588" y="691453"/>
                </a:lnTo>
                <a:cubicBezTo>
                  <a:pt x="1907374" y="702069"/>
                  <a:pt x="1862089" y="713515"/>
                  <a:pt x="1796732" y="725790"/>
                </a:cubicBezTo>
                <a:cubicBezTo>
                  <a:pt x="1748294" y="735080"/>
                  <a:pt x="1711220" y="745945"/>
                  <a:pt x="1685508" y="758386"/>
                </a:cubicBezTo>
                <a:cubicBezTo>
                  <a:pt x="1659796" y="770827"/>
                  <a:pt x="1639808" y="788742"/>
                  <a:pt x="1625542" y="812132"/>
                </a:cubicBezTo>
                <a:cubicBezTo>
                  <a:pt x="1611276" y="835521"/>
                  <a:pt x="1604143" y="862145"/>
                  <a:pt x="1604143" y="892003"/>
                </a:cubicBezTo>
                <a:cubicBezTo>
                  <a:pt x="1604143" y="937123"/>
                  <a:pt x="1619819" y="974446"/>
                  <a:pt x="1651171" y="1003973"/>
                </a:cubicBezTo>
                <a:cubicBezTo>
                  <a:pt x="1682522" y="1033500"/>
                  <a:pt x="1725402" y="1048264"/>
                  <a:pt x="1779812" y="1048264"/>
                </a:cubicBezTo>
                <a:cubicBezTo>
                  <a:pt x="1810665" y="1048264"/>
                  <a:pt x="1839695" y="1042458"/>
                  <a:pt x="1866899" y="1030846"/>
                </a:cubicBezTo>
                <a:cubicBezTo>
                  <a:pt x="1894104" y="1019234"/>
                  <a:pt x="1919650" y="1001817"/>
                  <a:pt x="1943536" y="978593"/>
                </a:cubicBezTo>
                <a:cubicBezTo>
                  <a:pt x="1944532" y="981248"/>
                  <a:pt x="1946191" y="986722"/>
                  <a:pt x="1948513" y="995016"/>
                </a:cubicBezTo>
                <a:cubicBezTo>
                  <a:pt x="1953821" y="1013263"/>
                  <a:pt x="1958300" y="1027031"/>
                  <a:pt x="1961949" y="1036320"/>
                </a:cubicBezTo>
                <a:lnTo>
                  <a:pt x="2100294" y="1036320"/>
                </a:lnTo>
                <a:cubicBezTo>
                  <a:pt x="2088019" y="1011106"/>
                  <a:pt x="2079642" y="987468"/>
                  <a:pt x="2075163" y="965406"/>
                </a:cubicBezTo>
                <a:cubicBezTo>
                  <a:pt x="2070684" y="943344"/>
                  <a:pt x="2068445" y="909089"/>
                  <a:pt x="2068445" y="862642"/>
                </a:cubicBezTo>
                <a:lnTo>
                  <a:pt x="2069938" y="699415"/>
                </a:lnTo>
                <a:cubicBezTo>
                  <a:pt x="2069938" y="638703"/>
                  <a:pt x="2063717" y="596983"/>
                  <a:pt x="2051276" y="574258"/>
                </a:cubicBezTo>
                <a:cubicBezTo>
                  <a:pt x="2038835" y="551532"/>
                  <a:pt x="2017353" y="532787"/>
                  <a:pt x="1986832" y="518024"/>
                </a:cubicBezTo>
                <a:cubicBezTo>
                  <a:pt x="1956309" y="503260"/>
                  <a:pt x="1909862" y="495879"/>
                  <a:pt x="1847491" y="495879"/>
                </a:cubicBezTo>
                <a:close/>
                <a:moveTo>
                  <a:pt x="1019253" y="495879"/>
                </a:moveTo>
                <a:cubicBezTo>
                  <a:pt x="955555" y="495879"/>
                  <a:pt x="900648" y="523913"/>
                  <a:pt x="854533" y="579981"/>
                </a:cubicBezTo>
                <a:lnTo>
                  <a:pt x="854533" y="507822"/>
                </a:lnTo>
                <a:lnTo>
                  <a:pt x="725643" y="507822"/>
                </a:lnTo>
                <a:lnTo>
                  <a:pt x="725643" y="1036320"/>
                </a:lnTo>
                <a:lnTo>
                  <a:pt x="865481" y="1036320"/>
                </a:lnTo>
                <a:lnTo>
                  <a:pt x="865481" y="779536"/>
                </a:lnTo>
                <a:cubicBezTo>
                  <a:pt x="865481" y="728776"/>
                  <a:pt x="869214" y="692448"/>
                  <a:pt x="876678" y="670552"/>
                </a:cubicBezTo>
                <a:cubicBezTo>
                  <a:pt x="884143" y="648655"/>
                  <a:pt x="896501" y="631901"/>
                  <a:pt x="913753" y="620290"/>
                </a:cubicBezTo>
                <a:cubicBezTo>
                  <a:pt x="931004" y="608678"/>
                  <a:pt x="950413" y="602872"/>
                  <a:pt x="971977" y="602872"/>
                </a:cubicBezTo>
                <a:cubicBezTo>
                  <a:pt x="989892" y="602872"/>
                  <a:pt x="1004075" y="606522"/>
                  <a:pt x="1014526" y="613820"/>
                </a:cubicBezTo>
                <a:cubicBezTo>
                  <a:pt x="1024976" y="621119"/>
                  <a:pt x="1032690" y="632233"/>
                  <a:pt x="1037666" y="647163"/>
                </a:cubicBezTo>
                <a:cubicBezTo>
                  <a:pt x="1042643" y="662092"/>
                  <a:pt x="1045131" y="695268"/>
                  <a:pt x="1045131" y="746691"/>
                </a:cubicBezTo>
                <a:lnTo>
                  <a:pt x="1045131" y="1036320"/>
                </a:lnTo>
                <a:lnTo>
                  <a:pt x="1184969" y="1036320"/>
                </a:lnTo>
                <a:lnTo>
                  <a:pt x="1184969" y="782522"/>
                </a:lnTo>
                <a:cubicBezTo>
                  <a:pt x="1184969" y="732757"/>
                  <a:pt x="1188784" y="696346"/>
                  <a:pt x="1196415" y="673289"/>
                </a:cubicBezTo>
                <a:cubicBezTo>
                  <a:pt x="1204045" y="650231"/>
                  <a:pt x="1216486" y="632731"/>
                  <a:pt x="1233738" y="620787"/>
                </a:cubicBezTo>
                <a:cubicBezTo>
                  <a:pt x="1250990" y="608844"/>
                  <a:pt x="1269402" y="602872"/>
                  <a:pt x="1288976" y="602872"/>
                </a:cubicBezTo>
                <a:cubicBezTo>
                  <a:pt x="1315849" y="602872"/>
                  <a:pt x="1335755" y="612825"/>
                  <a:pt x="1348694" y="632731"/>
                </a:cubicBezTo>
                <a:cubicBezTo>
                  <a:pt x="1358315" y="647992"/>
                  <a:pt x="1363125" y="681832"/>
                  <a:pt x="1363125" y="734250"/>
                </a:cubicBezTo>
                <a:lnTo>
                  <a:pt x="1363125" y="1036320"/>
                </a:lnTo>
                <a:lnTo>
                  <a:pt x="1502963" y="1036320"/>
                </a:lnTo>
                <a:lnTo>
                  <a:pt x="1502963" y="698420"/>
                </a:lnTo>
                <a:cubicBezTo>
                  <a:pt x="1502963" y="647992"/>
                  <a:pt x="1498153" y="611498"/>
                  <a:pt x="1488532" y="588938"/>
                </a:cubicBezTo>
                <a:cubicBezTo>
                  <a:pt x="1475261" y="558416"/>
                  <a:pt x="1455190" y="535276"/>
                  <a:pt x="1428317" y="519517"/>
                </a:cubicBezTo>
                <a:cubicBezTo>
                  <a:pt x="1401444" y="503758"/>
                  <a:pt x="1368599" y="495879"/>
                  <a:pt x="1329783" y="495879"/>
                </a:cubicBezTo>
                <a:cubicBezTo>
                  <a:pt x="1299261" y="495879"/>
                  <a:pt x="1270564" y="502846"/>
                  <a:pt x="1243691" y="516780"/>
                </a:cubicBezTo>
                <a:cubicBezTo>
                  <a:pt x="1216818" y="530714"/>
                  <a:pt x="1191770" y="551781"/>
                  <a:pt x="1168547" y="579981"/>
                </a:cubicBezTo>
                <a:cubicBezTo>
                  <a:pt x="1152622" y="551781"/>
                  <a:pt x="1132219" y="530714"/>
                  <a:pt x="1107336" y="516780"/>
                </a:cubicBezTo>
                <a:cubicBezTo>
                  <a:pt x="1082454" y="502846"/>
                  <a:pt x="1053093" y="495879"/>
                  <a:pt x="1019253" y="495879"/>
                </a:cubicBezTo>
                <a:close/>
                <a:moveTo>
                  <a:pt x="357182" y="495879"/>
                </a:moveTo>
                <a:cubicBezTo>
                  <a:pt x="281209" y="495879"/>
                  <a:pt x="225141" y="511472"/>
                  <a:pt x="188979" y="542657"/>
                </a:cubicBezTo>
                <a:cubicBezTo>
                  <a:pt x="152816" y="573843"/>
                  <a:pt x="134735" y="612327"/>
                  <a:pt x="134735" y="658111"/>
                </a:cubicBezTo>
                <a:cubicBezTo>
                  <a:pt x="134735" y="708870"/>
                  <a:pt x="155636" y="748516"/>
                  <a:pt x="197438" y="777048"/>
                </a:cubicBezTo>
                <a:cubicBezTo>
                  <a:pt x="227629" y="797617"/>
                  <a:pt x="299124" y="820343"/>
                  <a:pt x="411923" y="845225"/>
                </a:cubicBezTo>
                <a:cubicBezTo>
                  <a:pt x="436142" y="850865"/>
                  <a:pt x="451735" y="857002"/>
                  <a:pt x="458702" y="863638"/>
                </a:cubicBezTo>
                <a:cubicBezTo>
                  <a:pt x="465337" y="870605"/>
                  <a:pt x="468654" y="879396"/>
                  <a:pt x="468654" y="890013"/>
                </a:cubicBezTo>
                <a:cubicBezTo>
                  <a:pt x="468654" y="905606"/>
                  <a:pt x="462517" y="918047"/>
                  <a:pt x="450242" y="927336"/>
                </a:cubicBezTo>
                <a:cubicBezTo>
                  <a:pt x="431995" y="940607"/>
                  <a:pt x="404790" y="947242"/>
                  <a:pt x="368628" y="947242"/>
                </a:cubicBezTo>
                <a:cubicBezTo>
                  <a:pt x="335784" y="947242"/>
                  <a:pt x="310238" y="940192"/>
                  <a:pt x="291991" y="926092"/>
                </a:cubicBezTo>
                <a:cubicBezTo>
                  <a:pt x="273744" y="911992"/>
                  <a:pt x="261635" y="891340"/>
                  <a:pt x="255663" y="864135"/>
                </a:cubicBezTo>
                <a:lnTo>
                  <a:pt x="115327" y="885534"/>
                </a:lnTo>
                <a:cubicBezTo>
                  <a:pt x="128266" y="935630"/>
                  <a:pt x="155719" y="975276"/>
                  <a:pt x="197687" y="1004471"/>
                </a:cubicBezTo>
                <a:cubicBezTo>
                  <a:pt x="239655" y="1033666"/>
                  <a:pt x="296636" y="1048264"/>
                  <a:pt x="368628" y="1048264"/>
                </a:cubicBezTo>
                <a:cubicBezTo>
                  <a:pt x="447919" y="1048264"/>
                  <a:pt x="507802" y="1030846"/>
                  <a:pt x="548278" y="996011"/>
                </a:cubicBezTo>
                <a:cubicBezTo>
                  <a:pt x="588753" y="961176"/>
                  <a:pt x="608990" y="919540"/>
                  <a:pt x="608990" y="871102"/>
                </a:cubicBezTo>
                <a:cubicBezTo>
                  <a:pt x="608990" y="826646"/>
                  <a:pt x="594392" y="791977"/>
                  <a:pt x="565197" y="767095"/>
                </a:cubicBezTo>
                <a:cubicBezTo>
                  <a:pt x="535670" y="742544"/>
                  <a:pt x="483667" y="721809"/>
                  <a:pt x="409186" y="704889"/>
                </a:cubicBezTo>
                <a:cubicBezTo>
                  <a:pt x="334705" y="687969"/>
                  <a:pt x="291161" y="674865"/>
                  <a:pt x="278554" y="665575"/>
                </a:cubicBezTo>
                <a:cubicBezTo>
                  <a:pt x="269265" y="658608"/>
                  <a:pt x="264620" y="650148"/>
                  <a:pt x="264620" y="640196"/>
                </a:cubicBezTo>
                <a:cubicBezTo>
                  <a:pt x="264620" y="628584"/>
                  <a:pt x="269929" y="619129"/>
                  <a:pt x="280545" y="611830"/>
                </a:cubicBezTo>
                <a:cubicBezTo>
                  <a:pt x="296470" y="601545"/>
                  <a:pt x="322845" y="596403"/>
                  <a:pt x="359670" y="596403"/>
                </a:cubicBezTo>
                <a:cubicBezTo>
                  <a:pt x="388866" y="596403"/>
                  <a:pt x="411342" y="601877"/>
                  <a:pt x="427101" y="612825"/>
                </a:cubicBezTo>
                <a:cubicBezTo>
                  <a:pt x="442860" y="623773"/>
                  <a:pt x="453559" y="639532"/>
                  <a:pt x="459199" y="660101"/>
                </a:cubicBezTo>
                <a:lnTo>
                  <a:pt x="591075" y="635717"/>
                </a:lnTo>
                <a:cubicBezTo>
                  <a:pt x="577804" y="589602"/>
                  <a:pt x="553586" y="554767"/>
                  <a:pt x="518419" y="531211"/>
                </a:cubicBezTo>
                <a:cubicBezTo>
                  <a:pt x="483252" y="507656"/>
                  <a:pt x="429506" y="495879"/>
                  <a:pt x="357182" y="495879"/>
                </a:cubicBezTo>
                <a:close/>
                <a:moveTo>
                  <a:pt x="2498219" y="306774"/>
                </a:moveTo>
                <a:lnTo>
                  <a:pt x="2498219" y="1036320"/>
                </a:lnTo>
                <a:lnTo>
                  <a:pt x="2638057" y="1036320"/>
                </a:lnTo>
                <a:lnTo>
                  <a:pt x="2638057" y="306774"/>
                </a:lnTo>
                <a:close/>
                <a:moveTo>
                  <a:pt x="2212469" y="306774"/>
                </a:moveTo>
                <a:lnTo>
                  <a:pt x="2212469" y="1036320"/>
                </a:lnTo>
                <a:lnTo>
                  <a:pt x="2352307" y="1036320"/>
                </a:lnTo>
                <a:lnTo>
                  <a:pt x="2352307" y="306774"/>
                </a:lnTo>
                <a:close/>
                <a:moveTo>
                  <a:pt x="0" y="0"/>
                </a:moveTo>
                <a:lnTo>
                  <a:pt x="3778599" y="0"/>
                </a:lnTo>
                <a:lnTo>
                  <a:pt x="3778599" y="2554545"/>
                </a:lnTo>
                <a:lnTo>
                  <a:pt x="0" y="2554545"/>
                </a:lnTo>
                <a:close/>
              </a:path>
            </a:pathLst>
          </a:custGeom>
          <a:solidFill>
            <a:srgbClr val="C0B8B5"/>
          </a:solidFill>
          <a:ln>
            <a:noFill/>
          </a:ln>
        </p:spPr>
        <p:txBody>
          <a:bodyPr wrap="square" rtlCol="0">
            <a:noAutofit/>
          </a:bodyPr>
          <a:lstStyle/>
          <a:p>
            <a:endParaRPr lang="en-US" altLang="ja-JP" sz="8000" b="1" dirty="0">
              <a:solidFill>
                <a:srgbClr val="332826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55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D79A9-558A-1DB8-E3DA-7E8A946A0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136560-C35B-045A-DF5D-38DA4136CECD}"/>
              </a:ext>
            </a:extLst>
          </p:cNvPr>
          <p:cNvSpPr/>
          <p:nvPr/>
        </p:nvSpPr>
        <p:spPr>
          <a:xfrm>
            <a:off x="2676000" y="9000"/>
            <a:ext cx="6840000" cy="6840000"/>
          </a:xfrm>
          <a:prstGeom prst="rect">
            <a:avLst/>
          </a:prstGeom>
          <a:solidFill>
            <a:srgbClr val="332826"/>
          </a:solidFill>
          <a:ln>
            <a:solidFill>
              <a:srgbClr val="3328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フリーフォーム 31">
            <a:extLst>
              <a:ext uri="{FF2B5EF4-FFF2-40B4-BE49-F238E27FC236}">
                <a16:creationId xmlns:a16="http://schemas.microsoft.com/office/drawing/2014/main" id="{5ED8070A-6666-2E9A-5051-1E6BA4E2A40C}"/>
              </a:ext>
            </a:extLst>
          </p:cNvPr>
          <p:cNvSpPr/>
          <p:nvPr/>
        </p:nvSpPr>
        <p:spPr>
          <a:xfrm>
            <a:off x="4882408" y="2580264"/>
            <a:ext cx="2921198" cy="872728"/>
          </a:xfrm>
          <a:custGeom>
            <a:avLst/>
            <a:gdLst/>
            <a:ahLst/>
            <a:cxnLst/>
            <a:rect l="l" t="t" r="r" b="b"/>
            <a:pathLst>
              <a:path w="2921198" h="872728">
                <a:moveTo>
                  <a:pt x="472082" y="226219"/>
                </a:moveTo>
                <a:lnTo>
                  <a:pt x="376237" y="539948"/>
                </a:lnTo>
                <a:lnTo>
                  <a:pt x="568523" y="539948"/>
                </a:lnTo>
                <a:close/>
                <a:moveTo>
                  <a:pt x="1971675" y="0"/>
                </a:moveTo>
                <a:lnTo>
                  <a:pt x="2271117" y="0"/>
                </a:lnTo>
                <a:lnTo>
                  <a:pt x="2447330" y="294680"/>
                </a:lnTo>
                <a:lnTo>
                  <a:pt x="2623542" y="0"/>
                </a:lnTo>
                <a:lnTo>
                  <a:pt x="2921198" y="0"/>
                </a:lnTo>
                <a:lnTo>
                  <a:pt x="2581870" y="507206"/>
                </a:lnTo>
                <a:lnTo>
                  <a:pt x="2581870" y="872728"/>
                </a:lnTo>
                <a:lnTo>
                  <a:pt x="2311598" y="872728"/>
                </a:lnTo>
                <a:lnTo>
                  <a:pt x="2311598" y="507206"/>
                </a:lnTo>
                <a:close/>
                <a:moveTo>
                  <a:pt x="1042392" y="0"/>
                </a:moveTo>
                <a:lnTo>
                  <a:pt x="1294209" y="0"/>
                </a:lnTo>
                <a:lnTo>
                  <a:pt x="1622822" y="482798"/>
                </a:lnTo>
                <a:lnTo>
                  <a:pt x="1622822" y="0"/>
                </a:lnTo>
                <a:lnTo>
                  <a:pt x="1877020" y="0"/>
                </a:lnTo>
                <a:lnTo>
                  <a:pt x="1877020" y="872728"/>
                </a:lnTo>
                <a:lnTo>
                  <a:pt x="1622822" y="872728"/>
                </a:lnTo>
                <a:lnTo>
                  <a:pt x="1295995" y="393502"/>
                </a:lnTo>
                <a:lnTo>
                  <a:pt x="1295995" y="872728"/>
                </a:lnTo>
                <a:lnTo>
                  <a:pt x="1042392" y="872728"/>
                </a:lnTo>
                <a:close/>
                <a:moveTo>
                  <a:pt x="328017" y="0"/>
                </a:moveTo>
                <a:lnTo>
                  <a:pt x="622101" y="0"/>
                </a:lnTo>
                <a:lnTo>
                  <a:pt x="950118" y="872728"/>
                </a:lnTo>
                <a:lnTo>
                  <a:pt x="667940" y="872728"/>
                </a:lnTo>
                <a:lnTo>
                  <a:pt x="625078" y="728662"/>
                </a:lnTo>
                <a:lnTo>
                  <a:pt x="317897" y="728662"/>
                </a:lnTo>
                <a:lnTo>
                  <a:pt x="275629" y="872728"/>
                </a:lnTo>
                <a:lnTo>
                  <a:pt x="0" y="872728"/>
                </a:lnTo>
                <a:close/>
              </a:path>
            </a:pathLst>
          </a:custGeom>
          <a:solidFill>
            <a:srgbClr val="C1B8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1C613BF-CE42-1754-D0FB-C76B7CE0B591}"/>
              </a:ext>
            </a:extLst>
          </p:cNvPr>
          <p:cNvSpPr txBox="1"/>
          <p:nvPr/>
        </p:nvSpPr>
        <p:spPr>
          <a:xfrm>
            <a:off x="5114213" y="4323423"/>
            <a:ext cx="2497932" cy="872728"/>
          </a:xfrm>
          <a:custGeom>
            <a:avLst/>
            <a:gdLst/>
            <a:ahLst/>
            <a:cxnLst/>
            <a:rect l="l" t="t" r="r" b="b"/>
            <a:pathLst>
              <a:path w="2497932" h="872728">
                <a:moveTo>
                  <a:pt x="1150739" y="197644"/>
                </a:moveTo>
                <a:lnTo>
                  <a:pt x="1150739" y="674489"/>
                </a:lnTo>
                <a:lnTo>
                  <a:pt x="1216819" y="674489"/>
                </a:lnTo>
                <a:cubicBezTo>
                  <a:pt x="1273175" y="674489"/>
                  <a:pt x="1313260" y="668238"/>
                  <a:pt x="1337072" y="655737"/>
                </a:cubicBezTo>
                <a:cubicBezTo>
                  <a:pt x="1360885" y="643235"/>
                  <a:pt x="1379538" y="621407"/>
                  <a:pt x="1393032" y="590252"/>
                </a:cubicBezTo>
                <a:cubicBezTo>
                  <a:pt x="1406525" y="559098"/>
                  <a:pt x="1413272" y="508595"/>
                  <a:pt x="1413272" y="438745"/>
                </a:cubicBezTo>
                <a:cubicBezTo>
                  <a:pt x="1413272" y="346273"/>
                  <a:pt x="1398191" y="282972"/>
                  <a:pt x="1368028" y="248841"/>
                </a:cubicBezTo>
                <a:cubicBezTo>
                  <a:pt x="1337866" y="214709"/>
                  <a:pt x="1287860" y="197644"/>
                  <a:pt x="1218010" y="197644"/>
                </a:cubicBezTo>
                <a:close/>
                <a:moveTo>
                  <a:pt x="270868" y="177403"/>
                </a:moveTo>
                <a:lnTo>
                  <a:pt x="270868" y="372070"/>
                </a:lnTo>
                <a:lnTo>
                  <a:pt x="336947" y="372070"/>
                </a:lnTo>
                <a:cubicBezTo>
                  <a:pt x="388938" y="372070"/>
                  <a:pt x="425450" y="363041"/>
                  <a:pt x="446485" y="344984"/>
                </a:cubicBezTo>
                <a:cubicBezTo>
                  <a:pt x="467519" y="326926"/>
                  <a:pt x="478036" y="303808"/>
                  <a:pt x="478036" y="275630"/>
                </a:cubicBezTo>
                <a:cubicBezTo>
                  <a:pt x="478036" y="248245"/>
                  <a:pt x="468908" y="225028"/>
                  <a:pt x="450652" y="205978"/>
                </a:cubicBezTo>
                <a:cubicBezTo>
                  <a:pt x="432396" y="186928"/>
                  <a:pt x="398066" y="177403"/>
                  <a:pt x="347663" y="177403"/>
                </a:cubicBezTo>
                <a:close/>
                <a:moveTo>
                  <a:pt x="1831182" y="0"/>
                </a:moveTo>
                <a:lnTo>
                  <a:pt x="2497932" y="0"/>
                </a:lnTo>
                <a:lnTo>
                  <a:pt x="2497932" y="187523"/>
                </a:lnTo>
                <a:lnTo>
                  <a:pt x="2102049" y="187523"/>
                </a:lnTo>
                <a:lnTo>
                  <a:pt x="2102049" y="339923"/>
                </a:lnTo>
                <a:lnTo>
                  <a:pt x="2440186" y="339923"/>
                </a:lnTo>
                <a:lnTo>
                  <a:pt x="2440186" y="516136"/>
                </a:lnTo>
                <a:lnTo>
                  <a:pt x="2102049" y="516136"/>
                </a:lnTo>
                <a:lnTo>
                  <a:pt x="2102049" y="872728"/>
                </a:lnTo>
                <a:lnTo>
                  <a:pt x="1831182" y="872728"/>
                </a:lnTo>
                <a:close/>
                <a:moveTo>
                  <a:pt x="881063" y="0"/>
                </a:moveTo>
                <a:lnTo>
                  <a:pt x="1281708" y="0"/>
                </a:lnTo>
                <a:cubicBezTo>
                  <a:pt x="1360686" y="0"/>
                  <a:pt x="1424484" y="10716"/>
                  <a:pt x="1473101" y="32147"/>
                </a:cubicBezTo>
                <a:cubicBezTo>
                  <a:pt x="1521718" y="53578"/>
                  <a:pt x="1561902" y="84336"/>
                  <a:pt x="1593652" y="124420"/>
                </a:cubicBezTo>
                <a:cubicBezTo>
                  <a:pt x="1625402" y="164505"/>
                  <a:pt x="1648420" y="211138"/>
                  <a:pt x="1662708" y="264319"/>
                </a:cubicBezTo>
                <a:cubicBezTo>
                  <a:pt x="1676996" y="317500"/>
                  <a:pt x="1684139" y="373856"/>
                  <a:pt x="1684139" y="433387"/>
                </a:cubicBezTo>
                <a:cubicBezTo>
                  <a:pt x="1684139" y="526653"/>
                  <a:pt x="1673523" y="598984"/>
                  <a:pt x="1652290" y="650379"/>
                </a:cubicBezTo>
                <a:cubicBezTo>
                  <a:pt x="1631057" y="701774"/>
                  <a:pt x="1601589" y="744835"/>
                  <a:pt x="1563886" y="779562"/>
                </a:cubicBezTo>
                <a:cubicBezTo>
                  <a:pt x="1526183" y="814288"/>
                  <a:pt x="1485702" y="837406"/>
                  <a:pt x="1442442" y="848916"/>
                </a:cubicBezTo>
                <a:cubicBezTo>
                  <a:pt x="1383308" y="864791"/>
                  <a:pt x="1329730" y="872728"/>
                  <a:pt x="1281708" y="872728"/>
                </a:cubicBezTo>
                <a:lnTo>
                  <a:pt x="881063" y="872728"/>
                </a:lnTo>
                <a:close/>
                <a:moveTo>
                  <a:pt x="0" y="0"/>
                </a:moveTo>
                <a:lnTo>
                  <a:pt x="448271" y="0"/>
                </a:lnTo>
                <a:cubicBezTo>
                  <a:pt x="545902" y="0"/>
                  <a:pt x="619026" y="23217"/>
                  <a:pt x="667643" y="69652"/>
                </a:cubicBezTo>
                <a:cubicBezTo>
                  <a:pt x="716260" y="116086"/>
                  <a:pt x="740569" y="182166"/>
                  <a:pt x="740569" y="267891"/>
                </a:cubicBezTo>
                <a:cubicBezTo>
                  <a:pt x="740569" y="355997"/>
                  <a:pt x="714078" y="424855"/>
                  <a:pt x="661095" y="474464"/>
                </a:cubicBezTo>
                <a:cubicBezTo>
                  <a:pt x="608112" y="524073"/>
                  <a:pt x="527249" y="548878"/>
                  <a:pt x="418505" y="548878"/>
                </a:cubicBezTo>
                <a:lnTo>
                  <a:pt x="270868" y="548878"/>
                </a:lnTo>
                <a:lnTo>
                  <a:pt x="270868" y="872728"/>
                </a:lnTo>
                <a:lnTo>
                  <a:pt x="0" y="872728"/>
                </a:lnTo>
                <a:close/>
              </a:path>
            </a:pathLst>
          </a:custGeom>
          <a:solidFill>
            <a:srgbClr val="C0B9B5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9600">
              <a:solidFill>
                <a:srgbClr val="C0B9B5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9" name="フリーフォーム 18">
            <a:extLst>
              <a:ext uri="{FF2B5EF4-FFF2-40B4-BE49-F238E27FC236}">
                <a16:creationId xmlns:a16="http://schemas.microsoft.com/office/drawing/2014/main" id="{BCEB0FA9-3DC4-A0B5-E382-7C0E6D3DBE8F}"/>
              </a:ext>
            </a:extLst>
          </p:cNvPr>
          <p:cNvSpPr/>
          <p:nvPr/>
        </p:nvSpPr>
        <p:spPr>
          <a:xfrm>
            <a:off x="4376161" y="806207"/>
            <a:ext cx="3933692" cy="4976445"/>
          </a:xfrm>
          <a:custGeom>
            <a:avLst/>
            <a:gdLst>
              <a:gd name="csX0" fmla="*/ 364156 w 3933692"/>
              <a:gd name="csY0" fmla="*/ 379656 h 4976445"/>
              <a:gd name="csX1" fmla="*/ 364156 w 3933692"/>
              <a:gd name="csY1" fmla="*/ 1897859 h 4976445"/>
              <a:gd name="csX2" fmla="*/ 365696 w 3933692"/>
              <a:gd name="csY2" fmla="*/ 1897859 h 4976445"/>
              <a:gd name="csX3" fmla="*/ 365696 w 3933692"/>
              <a:gd name="csY3" fmla="*/ 3639905 h 4976445"/>
              <a:gd name="csX4" fmla="*/ 364156 w 3933692"/>
              <a:gd name="csY4" fmla="*/ 3639905 h 4976445"/>
              <a:gd name="csX5" fmla="*/ 364156 w 3933692"/>
              <a:gd name="csY5" fmla="*/ 4624754 h 4976445"/>
              <a:gd name="csX6" fmla="*/ 3596834 w 3933692"/>
              <a:gd name="csY6" fmla="*/ 4624754 h 4976445"/>
              <a:gd name="csX7" fmla="*/ 3596834 w 3933692"/>
              <a:gd name="csY7" fmla="*/ 1630638 h 4976445"/>
              <a:gd name="csX8" fmla="*/ 3521523 w 3933692"/>
              <a:gd name="csY8" fmla="*/ 1555327 h 4976445"/>
              <a:gd name="csX9" fmla="*/ 2533729 w 3933692"/>
              <a:gd name="csY9" fmla="*/ 1555327 h 4976445"/>
              <a:gd name="csX10" fmla="*/ 2367385 w 3933692"/>
              <a:gd name="csY10" fmla="*/ 1388983 h 4976445"/>
              <a:gd name="csX11" fmla="*/ 2367385 w 3933692"/>
              <a:gd name="csY11" fmla="*/ 401189 h 4976445"/>
              <a:gd name="csX12" fmla="*/ 2345852 w 3933692"/>
              <a:gd name="csY12" fmla="*/ 379656 h 4976445"/>
              <a:gd name="csX13" fmla="*/ 356038 w 3933692"/>
              <a:gd name="csY13" fmla="*/ 0 h 4976445"/>
              <a:gd name="csX14" fmla="*/ 2603302 w 3933692"/>
              <a:gd name="csY14" fmla="*/ 0 h 4976445"/>
              <a:gd name="csX15" fmla="*/ 3933692 w 3933692"/>
              <a:gd name="csY15" fmla="*/ 1330390 h 4976445"/>
              <a:gd name="csX16" fmla="*/ 3933692 w 3933692"/>
              <a:gd name="csY16" fmla="*/ 4620407 h 4976445"/>
              <a:gd name="csX17" fmla="*/ 3577654 w 3933692"/>
              <a:gd name="csY17" fmla="*/ 4976445 h 4976445"/>
              <a:gd name="csX18" fmla="*/ 356038 w 3933692"/>
              <a:gd name="csY18" fmla="*/ 4976445 h 4976445"/>
              <a:gd name="csX19" fmla="*/ 0 w 3933692"/>
              <a:gd name="csY19" fmla="*/ 4620407 h 4976445"/>
              <a:gd name="csX20" fmla="*/ 0 w 3933692"/>
              <a:gd name="csY20" fmla="*/ 3639905 h 4976445"/>
              <a:gd name="csX21" fmla="*/ 0 w 3933692"/>
              <a:gd name="csY21" fmla="*/ 1897859 h 4976445"/>
              <a:gd name="csX22" fmla="*/ 0 w 3933692"/>
              <a:gd name="csY22" fmla="*/ 356038 h 4976445"/>
              <a:gd name="csX23" fmla="*/ 356038 w 3933692"/>
              <a:gd name="csY23" fmla="*/ 0 h 49764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3933692" h="4976445">
                <a:moveTo>
                  <a:pt x="364156" y="379656"/>
                </a:moveTo>
                <a:lnTo>
                  <a:pt x="364156" y="1897859"/>
                </a:lnTo>
                <a:lnTo>
                  <a:pt x="365696" y="1897859"/>
                </a:lnTo>
                <a:lnTo>
                  <a:pt x="365696" y="3639905"/>
                </a:lnTo>
                <a:lnTo>
                  <a:pt x="364156" y="3639905"/>
                </a:lnTo>
                <a:lnTo>
                  <a:pt x="364156" y="4624754"/>
                </a:lnTo>
                <a:lnTo>
                  <a:pt x="3596834" y="4624754"/>
                </a:lnTo>
                <a:lnTo>
                  <a:pt x="3596834" y="1630638"/>
                </a:lnTo>
                <a:lnTo>
                  <a:pt x="3521523" y="1555327"/>
                </a:lnTo>
                <a:lnTo>
                  <a:pt x="2533729" y="1555327"/>
                </a:lnTo>
                <a:cubicBezTo>
                  <a:pt x="2441860" y="1555327"/>
                  <a:pt x="2367385" y="1480852"/>
                  <a:pt x="2367385" y="1388983"/>
                </a:cubicBezTo>
                <a:lnTo>
                  <a:pt x="2367385" y="401189"/>
                </a:lnTo>
                <a:lnTo>
                  <a:pt x="2345852" y="379656"/>
                </a:lnTo>
                <a:close/>
                <a:moveTo>
                  <a:pt x="356038" y="0"/>
                </a:moveTo>
                <a:lnTo>
                  <a:pt x="2603302" y="0"/>
                </a:lnTo>
                <a:lnTo>
                  <a:pt x="3933692" y="1330390"/>
                </a:lnTo>
                <a:lnTo>
                  <a:pt x="3933692" y="4620407"/>
                </a:lnTo>
                <a:cubicBezTo>
                  <a:pt x="3933692" y="4817041"/>
                  <a:pt x="3774288" y="4976445"/>
                  <a:pt x="3577654" y="4976445"/>
                </a:cubicBezTo>
                <a:lnTo>
                  <a:pt x="356038" y="4976445"/>
                </a:lnTo>
                <a:cubicBezTo>
                  <a:pt x="159404" y="4976445"/>
                  <a:pt x="0" y="4817041"/>
                  <a:pt x="0" y="4620407"/>
                </a:cubicBezTo>
                <a:lnTo>
                  <a:pt x="0" y="3639905"/>
                </a:lnTo>
                <a:lnTo>
                  <a:pt x="0" y="1897859"/>
                </a:lnTo>
                <a:lnTo>
                  <a:pt x="0" y="356038"/>
                </a:lnTo>
                <a:cubicBezTo>
                  <a:pt x="0" y="159404"/>
                  <a:pt x="159404" y="0"/>
                  <a:pt x="356038" y="0"/>
                </a:cubicBezTo>
                <a:close/>
              </a:path>
            </a:pathLst>
          </a:custGeom>
          <a:solidFill>
            <a:srgbClr val="C1B8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84C5DFAF-95E7-EE33-7850-28A4FC7C9CBC}"/>
              </a:ext>
            </a:extLst>
          </p:cNvPr>
          <p:cNvSpPr/>
          <p:nvPr/>
        </p:nvSpPr>
        <p:spPr>
          <a:xfrm>
            <a:off x="-291827" y="2028902"/>
            <a:ext cx="1296000" cy="1296000"/>
          </a:xfrm>
          <a:prstGeom prst="roundRect">
            <a:avLst/>
          </a:prstGeom>
          <a:solidFill>
            <a:srgbClr val="C0B8B5"/>
          </a:solidFill>
          <a:ln w="57150">
            <a:solidFill>
              <a:srgbClr val="332826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ja-JP" altLang="en-US" sz="8000" b="1">
              <a:solidFill>
                <a:srgbClr val="332826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A0FBDA5E-190B-DE2A-B7E3-9BD62FD51162}"/>
              </a:ext>
            </a:extLst>
          </p:cNvPr>
          <p:cNvSpPr/>
          <p:nvPr/>
        </p:nvSpPr>
        <p:spPr>
          <a:xfrm>
            <a:off x="1236199" y="2028902"/>
            <a:ext cx="1296000" cy="1296000"/>
          </a:xfrm>
          <a:prstGeom prst="roundRect">
            <a:avLst/>
          </a:prstGeom>
          <a:solidFill>
            <a:srgbClr val="C0B8B5"/>
          </a:solidFill>
          <a:ln w="57150">
            <a:solidFill>
              <a:srgbClr val="332826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ja-JP" altLang="en-US" sz="8000" b="1">
              <a:solidFill>
                <a:srgbClr val="332826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下矢印 1">
            <a:extLst>
              <a:ext uri="{FF2B5EF4-FFF2-40B4-BE49-F238E27FC236}">
                <a16:creationId xmlns:a16="http://schemas.microsoft.com/office/drawing/2014/main" id="{F216DE58-EF38-C6E0-8FB1-BDBFB9BBA7CB}"/>
              </a:ext>
            </a:extLst>
          </p:cNvPr>
          <p:cNvSpPr/>
          <p:nvPr/>
        </p:nvSpPr>
        <p:spPr>
          <a:xfrm>
            <a:off x="5528789" y="3593798"/>
            <a:ext cx="1628439" cy="609060"/>
          </a:xfrm>
          <a:prstGeom prst="downArrow">
            <a:avLst/>
          </a:prstGeom>
          <a:solidFill>
            <a:srgbClr val="C0B9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23BE426-E9E7-24E2-C380-701A7ADD5F01}"/>
              </a:ext>
            </a:extLst>
          </p:cNvPr>
          <p:cNvSpPr txBox="1"/>
          <p:nvPr/>
        </p:nvSpPr>
        <p:spPr>
          <a:xfrm>
            <a:off x="-300417" y="2040699"/>
            <a:ext cx="13131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8800" b="1" dirty="0">
                <a:solidFill>
                  <a:srgbClr val="33282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W</a:t>
            </a:r>
            <a:endParaRPr kumimoji="1" lang="ja-JP" altLang="en-US" sz="8800" b="1">
              <a:solidFill>
                <a:srgbClr val="33282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7D47311-D922-B099-87D6-ACF0A3CBF85A}"/>
              </a:ext>
            </a:extLst>
          </p:cNvPr>
          <p:cNvSpPr txBox="1"/>
          <p:nvPr/>
        </p:nvSpPr>
        <p:spPr>
          <a:xfrm>
            <a:off x="1394166" y="2025627"/>
            <a:ext cx="99899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8800" b="1" dirty="0">
                <a:solidFill>
                  <a:srgbClr val="33282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</a:t>
            </a:r>
            <a:endParaRPr kumimoji="1" lang="ja-JP" altLang="en-US" sz="8800" b="1">
              <a:solidFill>
                <a:srgbClr val="33282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87B798C-DF90-0FAB-A182-0FDFCD836ABB}"/>
              </a:ext>
            </a:extLst>
          </p:cNvPr>
          <p:cNvSpPr txBox="1"/>
          <p:nvPr/>
        </p:nvSpPr>
        <p:spPr>
          <a:xfrm>
            <a:off x="925221" y="12444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latin typeface="Meiryo" panose="020B0604030504040204" pitchFamily="34" charset="-128"/>
                <a:ea typeface="Meiryo" panose="020B0604030504040204" pitchFamily="34" charset="-128"/>
              </a:rPr>
              <a:t>新アイコン用</a:t>
            </a:r>
          </a:p>
        </p:txBody>
      </p:sp>
    </p:spTree>
    <p:extLst>
      <p:ext uri="{BB962C8B-B14F-4D97-AF65-F5344CB8AC3E}">
        <p14:creationId xmlns:p14="http://schemas.microsoft.com/office/powerpoint/2010/main" val="2014311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534E4-C38C-2816-724B-CDCB3C7C0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7410100-B13A-58F2-1933-132A8090AB8D}"/>
              </a:ext>
            </a:extLst>
          </p:cNvPr>
          <p:cNvSpPr/>
          <p:nvPr/>
        </p:nvSpPr>
        <p:spPr>
          <a:xfrm>
            <a:off x="2676000" y="0"/>
            <a:ext cx="6840000" cy="6840000"/>
          </a:xfrm>
          <a:prstGeom prst="rect">
            <a:avLst/>
          </a:prstGeom>
          <a:solidFill>
            <a:srgbClr val="332826"/>
          </a:solidFill>
          <a:ln>
            <a:solidFill>
              <a:srgbClr val="3328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D0D3812-9DEC-614B-B96E-CB2FC8E33841}"/>
              </a:ext>
            </a:extLst>
          </p:cNvPr>
          <p:cNvGrpSpPr/>
          <p:nvPr/>
        </p:nvGrpSpPr>
        <p:grpSpPr>
          <a:xfrm>
            <a:off x="4551281" y="977538"/>
            <a:ext cx="3583460" cy="4633784"/>
            <a:chOff x="8335892" y="729777"/>
            <a:chExt cx="3583460" cy="4633784"/>
          </a:xfrm>
        </p:grpSpPr>
        <p:sp>
          <p:nvSpPr>
            <p:cNvPr id="34" name="フリーフォーム 33">
              <a:extLst>
                <a:ext uri="{FF2B5EF4-FFF2-40B4-BE49-F238E27FC236}">
                  <a16:creationId xmlns:a16="http://schemas.microsoft.com/office/drawing/2014/main" id="{EB8664D3-E182-A28A-811C-A2F9A160713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0521381" y="853487"/>
              <a:ext cx="1254170" cy="1254179"/>
            </a:xfrm>
            <a:custGeom>
              <a:avLst/>
              <a:gdLst>
                <a:gd name="connsiteX0" fmla="*/ 1254170 w 1254170"/>
                <a:gd name="connsiteY0" fmla="*/ 1254179 h 1254179"/>
                <a:gd name="connsiteX1" fmla="*/ 0 w 1254170"/>
                <a:gd name="connsiteY1" fmla="*/ 0 h 1254179"/>
                <a:gd name="connsiteX2" fmla="*/ 1087826 w 1254170"/>
                <a:gd name="connsiteY2" fmla="*/ 0 h 1254179"/>
                <a:gd name="connsiteX3" fmla="*/ 1254170 w 1254170"/>
                <a:gd name="connsiteY3" fmla="*/ 166344 h 1254179"/>
                <a:gd name="connsiteX4" fmla="*/ 1254170 w 1254170"/>
                <a:gd name="connsiteY4" fmla="*/ 1254179 h 1254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170" h="1254179">
                  <a:moveTo>
                    <a:pt x="1254170" y="1254179"/>
                  </a:moveTo>
                  <a:lnTo>
                    <a:pt x="0" y="0"/>
                  </a:lnTo>
                  <a:lnTo>
                    <a:pt x="1087826" y="0"/>
                  </a:lnTo>
                  <a:cubicBezTo>
                    <a:pt x="1179695" y="0"/>
                    <a:pt x="1254170" y="74475"/>
                    <a:pt x="1254170" y="166344"/>
                  </a:cubicBezTo>
                  <a:lnTo>
                    <a:pt x="1254170" y="1254179"/>
                  </a:lnTo>
                  <a:close/>
                </a:path>
              </a:pathLst>
            </a:custGeom>
            <a:solidFill>
              <a:srgbClr val="C0B8B5"/>
            </a:solidFill>
            <a:ln>
              <a:solidFill>
                <a:srgbClr val="A8A5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フリーフォーム 23">
              <a:extLst>
                <a:ext uri="{FF2B5EF4-FFF2-40B4-BE49-F238E27FC236}">
                  <a16:creationId xmlns:a16="http://schemas.microsoft.com/office/drawing/2014/main" id="{8133987C-5A0D-7BD1-C57B-43D68A38FBDC}"/>
                </a:ext>
              </a:extLst>
            </p:cNvPr>
            <p:cNvSpPr/>
            <p:nvPr/>
          </p:nvSpPr>
          <p:spPr>
            <a:xfrm>
              <a:off x="8335892" y="729777"/>
              <a:ext cx="3583460" cy="4633784"/>
            </a:xfrm>
            <a:custGeom>
              <a:avLst/>
              <a:gdLst>
                <a:gd name="connsiteX0" fmla="*/ 166344 w 3583460"/>
                <a:gd name="connsiteY0" fmla="*/ 0 h 4633784"/>
                <a:gd name="connsiteX1" fmla="*/ 2270952 w 3583460"/>
                <a:gd name="connsiteY1" fmla="*/ 0 h 4633784"/>
                <a:gd name="connsiteX2" fmla="*/ 3583460 w 3583460"/>
                <a:gd name="connsiteY2" fmla="*/ 1312517 h 4633784"/>
                <a:gd name="connsiteX3" fmla="*/ 3583460 w 3583460"/>
                <a:gd name="connsiteY3" fmla="*/ 4467440 h 4633784"/>
                <a:gd name="connsiteX4" fmla="*/ 3417116 w 3583460"/>
                <a:gd name="connsiteY4" fmla="*/ 4633784 h 4633784"/>
                <a:gd name="connsiteX5" fmla="*/ 166344 w 3583460"/>
                <a:gd name="connsiteY5" fmla="*/ 4633784 h 4633784"/>
                <a:gd name="connsiteX6" fmla="*/ 0 w 3583460"/>
                <a:gd name="connsiteY6" fmla="*/ 4467440 h 4633784"/>
                <a:gd name="connsiteX7" fmla="*/ 0 w 3583460"/>
                <a:gd name="connsiteY7" fmla="*/ 166344 h 4633784"/>
                <a:gd name="connsiteX8" fmla="*/ 166344 w 3583460"/>
                <a:gd name="connsiteY8" fmla="*/ 0 h 4633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3460" h="4633784">
                  <a:moveTo>
                    <a:pt x="166344" y="0"/>
                  </a:moveTo>
                  <a:lnTo>
                    <a:pt x="2270952" y="0"/>
                  </a:lnTo>
                  <a:lnTo>
                    <a:pt x="3583460" y="1312517"/>
                  </a:lnTo>
                  <a:lnTo>
                    <a:pt x="3583460" y="4467440"/>
                  </a:lnTo>
                  <a:cubicBezTo>
                    <a:pt x="3583460" y="4559309"/>
                    <a:pt x="3508985" y="4633784"/>
                    <a:pt x="3417116" y="4633784"/>
                  </a:cubicBezTo>
                  <a:lnTo>
                    <a:pt x="166344" y="4633784"/>
                  </a:lnTo>
                  <a:cubicBezTo>
                    <a:pt x="74475" y="4633784"/>
                    <a:pt x="0" y="4559309"/>
                    <a:pt x="0" y="4467440"/>
                  </a:cubicBezTo>
                  <a:lnTo>
                    <a:pt x="0" y="166344"/>
                  </a:lnTo>
                  <a:cubicBezTo>
                    <a:pt x="0" y="74475"/>
                    <a:pt x="74475" y="0"/>
                    <a:pt x="166344" y="0"/>
                  </a:cubicBezTo>
                  <a:close/>
                </a:path>
              </a:pathLst>
            </a:custGeom>
            <a:noFill/>
            <a:ln w="355600">
              <a:solidFill>
                <a:srgbClr val="C0B8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AE2FF1FC-33A8-E460-FA1B-D3ADC26E72B8}"/>
              </a:ext>
            </a:extLst>
          </p:cNvPr>
          <p:cNvSpPr/>
          <p:nvPr/>
        </p:nvSpPr>
        <p:spPr>
          <a:xfrm>
            <a:off x="-291827" y="2028902"/>
            <a:ext cx="1296000" cy="1296000"/>
          </a:xfrm>
          <a:prstGeom prst="roundRect">
            <a:avLst/>
          </a:prstGeom>
          <a:solidFill>
            <a:srgbClr val="C0B8B5"/>
          </a:solidFill>
          <a:ln w="57150">
            <a:solidFill>
              <a:srgbClr val="332826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ja-JP" altLang="en-US" sz="8000" b="1">
              <a:solidFill>
                <a:srgbClr val="332826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93A46833-F582-1028-743C-A9D5B8129674}"/>
              </a:ext>
            </a:extLst>
          </p:cNvPr>
          <p:cNvSpPr/>
          <p:nvPr/>
        </p:nvSpPr>
        <p:spPr>
          <a:xfrm>
            <a:off x="1236199" y="2028902"/>
            <a:ext cx="1296000" cy="1296000"/>
          </a:xfrm>
          <a:prstGeom prst="roundRect">
            <a:avLst/>
          </a:prstGeom>
          <a:solidFill>
            <a:srgbClr val="C0B8B5"/>
          </a:solidFill>
          <a:ln w="57150">
            <a:solidFill>
              <a:srgbClr val="332826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ja-JP" altLang="en-US" sz="8000" b="1">
              <a:solidFill>
                <a:srgbClr val="332826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2" name="下矢印 1">
            <a:extLst>
              <a:ext uri="{FF2B5EF4-FFF2-40B4-BE49-F238E27FC236}">
                <a16:creationId xmlns:a16="http://schemas.microsoft.com/office/drawing/2014/main" id="{5E8EF510-38BE-06A4-66A7-E071D42BE687}"/>
              </a:ext>
            </a:extLst>
          </p:cNvPr>
          <p:cNvSpPr/>
          <p:nvPr/>
        </p:nvSpPr>
        <p:spPr>
          <a:xfrm>
            <a:off x="5528789" y="3593798"/>
            <a:ext cx="1628439" cy="609060"/>
          </a:xfrm>
          <a:prstGeom prst="downArrow">
            <a:avLst/>
          </a:prstGeom>
          <a:solidFill>
            <a:srgbClr val="C0B9B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C0774D0-ABB5-E474-EAF2-0A85AC12AB29}"/>
              </a:ext>
            </a:extLst>
          </p:cNvPr>
          <p:cNvSpPr txBox="1"/>
          <p:nvPr/>
        </p:nvSpPr>
        <p:spPr>
          <a:xfrm>
            <a:off x="-300417" y="2040699"/>
            <a:ext cx="13131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8800" b="1" dirty="0">
                <a:solidFill>
                  <a:srgbClr val="33282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W</a:t>
            </a:r>
            <a:endParaRPr kumimoji="1" lang="ja-JP" altLang="en-US" sz="8800" b="1">
              <a:solidFill>
                <a:srgbClr val="33282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8DEB401-4680-3795-1243-0732485A94A8}"/>
              </a:ext>
            </a:extLst>
          </p:cNvPr>
          <p:cNvSpPr txBox="1"/>
          <p:nvPr/>
        </p:nvSpPr>
        <p:spPr>
          <a:xfrm>
            <a:off x="1394166" y="2025627"/>
            <a:ext cx="99899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8800" b="1" dirty="0">
                <a:solidFill>
                  <a:srgbClr val="33282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</a:t>
            </a:r>
            <a:endParaRPr kumimoji="1" lang="ja-JP" altLang="en-US" sz="8800" b="1">
              <a:solidFill>
                <a:srgbClr val="33282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FDE7102-DD82-AA36-7A4E-631088A24223}"/>
              </a:ext>
            </a:extLst>
          </p:cNvPr>
          <p:cNvSpPr txBox="1"/>
          <p:nvPr/>
        </p:nvSpPr>
        <p:spPr>
          <a:xfrm>
            <a:off x="4916977" y="4001853"/>
            <a:ext cx="28520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9600" b="1" dirty="0">
                <a:solidFill>
                  <a:srgbClr val="C0B9B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PDF</a:t>
            </a:r>
            <a:endParaRPr kumimoji="1" lang="ja-JP" altLang="en-US" sz="9600" b="1">
              <a:solidFill>
                <a:srgbClr val="C0B9B5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5CDCD6E-070F-C35B-5985-04A12BDA9342}"/>
              </a:ext>
            </a:extLst>
          </p:cNvPr>
          <p:cNvSpPr txBox="1"/>
          <p:nvPr/>
        </p:nvSpPr>
        <p:spPr>
          <a:xfrm>
            <a:off x="4780721" y="2259413"/>
            <a:ext cx="31245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9600" b="1" dirty="0">
                <a:solidFill>
                  <a:srgbClr val="C1B9B5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ANY</a:t>
            </a:r>
            <a:endParaRPr kumimoji="1" lang="ja-JP" altLang="en-US" sz="9600" b="1">
              <a:solidFill>
                <a:srgbClr val="C1B9B5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478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03AFA-B42C-3B71-F1A6-44EBD099B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7301E3D-B882-F523-31F8-B013F4E60C0C}"/>
              </a:ext>
            </a:extLst>
          </p:cNvPr>
          <p:cNvSpPr/>
          <p:nvPr/>
        </p:nvSpPr>
        <p:spPr>
          <a:xfrm>
            <a:off x="2676000" y="0"/>
            <a:ext cx="6840000" cy="6840000"/>
          </a:xfrm>
          <a:prstGeom prst="rect">
            <a:avLst/>
          </a:prstGeom>
          <a:solidFill>
            <a:srgbClr val="E8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CD90C1FC-B5A3-5158-BE7C-128D9EA63132}"/>
              </a:ext>
            </a:extLst>
          </p:cNvPr>
          <p:cNvGrpSpPr/>
          <p:nvPr/>
        </p:nvGrpSpPr>
        <p:grpSpPr>
          <a:xfrm>
            <a:off x="4551281" y="977538"/>
            <a:ext cx="3583460" cy="4633784"/>
            <a:chOff x="8335892" y="729777"/>
            <a:chExt cx="3583460" cy="4633784"/>
          </a:xfrm>
        </p:grpSpPr>
        <p:sp>
          <p:nvSpPr>
            <p:cNvPr id="34" name="フリーフォーム 33">
              <a:extLst>
                <a:ext uri="{FF2B5EF4-FFF2-40B4-BE49-F238E27FC236}">
                  <a16:creationId xmlns:a16="http://schemas.microsoft.com/office/drawing/2014/main" id="{1063062D-699B-F322-3A03-C4C069FBA8B9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0521381" y="853487"/>
              <a:ext cx="1254170" cy="1254179"/>
            </a:xfrm>
            <a:custGeom>
              <a:avLst/>
              <a:gdLst>
                <a:gd name="connsiteX0" fmla="*/ 1254170 w 1254170"/>
                <a:gd name="connsiteY0" fmla="*/ 1254179 h 1254179"/>
                <a:gd name="connsiteX1" fmla="*/ 0 w 1254170"/>
                <a:gd name="connsiteY1" fmla="*/ 0 h 1254179"/>
                <a:gd name="connsiteX2" fmla="*/ 1087826 w 1254170"/>
                <a:gd name="connsiteY2" fmla="*/ 0 h 1254179"/>
                <a:gd name="connsiteX3" fmla="*/ 1254170 w 1254170"/>
                <a:gd name="connsiteY3" fmla="*/ 166344 h 1254179"/>
                <a:gd name="connsiteX4" fmla="*/ 1254170 w 1254170"/>
                <a:gd name="connsiteY4" fmla="*/ 1254179 h 1254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4170" h="1254179">
                  <a:moveTo>
                    <a:pt x="1254170" y="1254179"/>
                  </a:moveTo>
                  <a:lnTo>
                    <a:pt x="0" y="0"/>
                  </a:lnTo>
                  <a:lnTo>
                    <a:pt x="1087826" y="0"/>
                  </a:lnTo>
                  <a:cubicBezTo>
                    <a:pt x="1179695" y="0"/>
                    <a:pt x="1254170" y="74475"/>
                    <a:pt x="1254170" y="166344"/>
                  </a:cubicBezTo>
                  <a:lnTo>
                    <a:pt x="1254170" y="1254179"/>
                  </a:lnTo>
                  <a:close/>
                </a:path>
              </a:pathLst>
            </a:custGeom>
            <a:solidFill>
              <a:srgbClr val="6D67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フリーフォーム 23">
              <a:extLst>
                <a:ext uri="{FF2B5EF4-FFF2-40B4-BE49-F238E27FC236}">
                  <a16:creationId xmlns:a16="http://schemas.microsoft.com/office/drawing/2014/main" id="{45591FD9-CBC3-CD52-0255-49275D87A61B}"/>
                </a:ext>
              </a:extLst>
            </p:cNvPr>
            <p:cNvSpPr/>
            <p:nvPr/>
          </p:nvSpPr>
          <p:spPr>
            <a:xfrm>
              <a:off x="8335892" y="729777"/>
              <a:ext cx="3583460" cy="4633784"/>
            </a:xfrm>
            <a:custGeom>
              <a:avLst/>
              <a:gdLst>
                <a:gd name="connsiteX0" fmla="*/ 166344 w 3583460"/>
                <a:gd name="connsiteY0" fmla="*/ 0 h 4633784"/>
                <a:gd name="connsiteX1" fmla="*/ 2270952 w 3583460"/>
                <a:gd name="connsiteY1" fmla="*/ 0 h 4633784"/>
                <a:gd name="connsiteX2" fmla="*/ 3583460 w 3583460"/>
                <a:gd name="connsiteY2" fmla="*/ 1312517 h 4633784"/>
                <a:gd name="connsiteX3" fmla="*/ 3583460 w 3583460"/>
                <a:gd name="connsiteY3" fmla="*/ 4467440 h 4633784"/>
                <a:gd name="connsiteX4" fmla="*/ 3417116 w 3583460"/>
                <a:gd name="connsiteY4" fmla="*/ 4633784 h 4633784"/>
                <a:gd name="connsiteX5" fmla="*/ 166344 w 3583460"/>
                <a:gd name="connsiteY5" fmla="*/ 4633784 h 4633784"/>
                <a:gd name="connsiteX6" fmla="*/ 0 w 3583460"/>
                <a:gd name="connsiteY6" fmla="*/ 4467440 h 4633784"/>
                <a:gd name="connsiteX7" fmla="*/ 0 w 3583460"/>
                <a:gd name="connsiteY7" fmla="*/ 166344 h 4633784"/>
                <a:gd name="connsiteX8" fmla="*/ 166344 w 3583460"/>
                <a:gd name="connsiteY8" fmla="*/ 0 h 4633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3460" h="4633784">
                  <a:moveTo>
                    <a:pt x="166344" y="0"/>
                  </a:moveTo>
                  <a:lnTo>
                    <a:pt x="2270952" y="0"/>
                  </a:lnTo>
                  <a:lnTo>
                    <a:pt x="3583460" y="1312517"/>
                  </a:lnTo>
                  <a:lnTo>
                    <a:pt x="3583460" y="4467440"/>
                  </a:lnTo>
                  <a:cubicBezTo>
                    <a:pt x="3583460" y="4559309"/>
                    <a:pt x="3508985" y="4633784"/>
                    <a:pt x="3417116" y="4633784"/>
                  </a:cubicBezTo>
                  <a:lnTo>
                    <a:pt x="166344" y="4633784"/>
                  </a:lnTo>
                  <a:cubicBezTo>
                    <a:pt x="74475" y="4633784"/>
                    <a:pt x="0" y="4559309"/>
                    <a:pt x="0" y="4467440"/>
                  </a:cubicBezTo>
                  <a:lnTo>
                    <a:pt x="0" y="166344"/>
                  </a:lnTo>
                  <a:cubicBezTo>
                    <a:pt x="0" y="74475"/>
                    <a:pt x="74475" y="0"/>
                    <a:pt x="166344" y="0"/>
                  </a:cubicBezTo>
                  <a:close/>
                </a:path>
              </a:pathLst>
            </a:custGeom>
            <a:noFill/>
            <a:ln w="355600">
              <a:solidFill>
                <a:srgbClr val="6D67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D0B6480B-B1E2-1C70-5F4C-2FB29B9047DC}"/>
              </a:ext>
            </a:extLst>
          </p:cNvPr>
          <p:cNvSpPr/>
          <p:nvPr/>
        </p:nvSpPr>
        <p:spPr>
          <a:xfrm>
            <a:off x="-357051" y="2297798"/>
            <a:ext cx="1296000" cy="1296000"/>
          </a:xfrm>
          <a:prstGeom prst="roundRect">
            <a:avLst/>
          </a:prstGeom>
          <a:solidFill>
            <a:srgbClr val="E8E5E6"/>
          </a:solidFill>
          <a:ln w="57150">
            <a:solidFill>
              <a:srgbClr val="6D6766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ja-JP" altLang="en-US" sz="8000" b="1">
              <a:solidFill>
                <a:srgbClr val="332826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B7CA0E0A-05D0-FEFA-B8C0-B33F3069353C}"/>
              </a:ext>
            </a:extLst>
          </p:cNvPr>
          <p:cNvSpPr/>
          <p:nvPr/>
        </p:nvSpPr>
        <p:spPr>
          <a:xfrm>
            <a:off x="1170975" y="2297798"/>
            <a:ext cx="1296000" cy="1296000"/>
          </a:xfrm>
          <a:prstGeom prst="roundRect">
            <a:avLst/>
          </a:prstGeom>
          <a:solidFill>
            <a:srgbClr val="E8E5E6"/>
          </a:solidFill>
          <a:ln w="57150">
            <a:solidFill>
              <a:srgbClr val="6D6766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ja-JP" altLang="en-US" sz="8000" b="1">
              <a:solidFill>
                <a:srgbClr val="332826"/>
              </a:solidFill>
              <a:latin typeface="Arial" panose="020B0604020202020204" pitchFamily="34" charset="0"/>
              <a:ea typeface="Meiryo UI" panose="020B060403050404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60BB0108-6610-024A-F4A6-D2FD547BD1CF}"/>
              </a:ext>
            </a:extLst>
          </p:cNvPr>
          <p:cNvSpPr/>
          <p:nvPr/>
        </p:nvSpPr>
        <p:spPr>
          <a:xfrm>
            <a:off x="5528789" y="3593798"/>
            <a:ext cx="1628439" cy="609060"/>
          </a:xfrm>
          <a:prstGeom prst="downArrow">
            <a:avLst/>
          </a:prstGeom>
          <a:solidFill>
            <a:srgbClr val="6D67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6224880-AC47-24FC-7B3D-71075846ADD6}"/>
              </a:ext>
            </a:extLst>
          </p:cNvPr>
          <p:cNvSpPr txBox="1"/>
          <p:nvPr/>
        </p:nvSpPr>
        <p:spPr>
          <a:xfrm>
            <a:off x="-365641" y="2309595"/>
            <a:ext cx="13131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8800" b="1" dirty="0">
                <a:solidFill>
                  <a:srgbClr val="6D676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W</a:t>
            </a:r>
            <a:endParaRPr kumimoji="1" lang="ja-JP" altLang="en-US" sz="8800" b="1">
              <a:solidFill>
                <a:srgbClr val="6D676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A8D3343-F24E-7919-18C8-65CBAE41404D}"/>
              </a:ext>
            </a:extLst>
          </p:cNvPr>
          <p:cNvSpPr txBox="1"/>
          <p:nvPr/>
        </p:nvSpPr>
        <p:spPr>
          <a:xfrm>
            <a:off x="1328942" y="2294523"/>
            <a:ext cx="99899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8800" b="1" dirty="0">
                <a:solidFill>
                  <a:srgbClr val="6D676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</a:t>
            </a:r>
            <a:endParaRPr kumimoji="1" lang="ja-JP" altLang="en-US" sz="8800" b="1">
              <a:solidFill>
                <a:srgbClr val="6D676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EF94A23-02FD-1765-AA66-CC99894262DC}"/>
              </a:ext>
            </a:extLst>
          </p:cNvPr>
          <p:cNvSpPr txBox="1"/>
          <p:nvPr/>
        </p:nvSpPr>
        <p:spPr>
          <a:xfrm>
            <a:off x="4916977" y="4001853"/>
            <a:ext cx="285206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9600" b="1" dirty="0">
                <a:solidFill>
                  <a:srgbClr val="6D676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PDF</a:t>
            </a:r>
            <a:endParaRPr kumimoji="1" lang="ja-JP" altLang="en-US" sz="9600" b="1">
              <a:solidFill>
                <a:srgbClr val="6D676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9585D1B-9EF5-2A4C-9D15-E0C1E1F5750E}"/>
              </a:ext>
            </a:extLst>
          </p:cNvPr>
          <p:cNvSpPr txBox="1"/>
          <p:nvPr/>
        </p:nvSpPr>
        <p:spPr>
          <a:xfrm>
            <a:off x="4780721" y="2259413"/>
            <a:ext cx="312457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ja-JP" sz="9600" b="1" dirty="0">
                <a:solidFill>
                  <a:srgbClr val="6D676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ANY</a:t>
            </a:r>
            <a:endParaRPr kumimoji="1" lang="ja-JP" altLang="en-US" sz="9600" b="1">
              <a:solidFill>
                <a:srgbClr val="6D676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03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A8BCB-B9AA-5FBA-F436-41D35907A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5E374483-2695-BA1C-55F9-3D0CFC1B4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66481"/>
            <a:ext cx="10515600" cy="669625"/>
          </a:xfrm>
        </p:spPr>
      </p:pic>
      <p:sp>
        <p:nvSpPr>
          <p:cNvPr id="6" name="下矢印 5">
            <a:extLst>
              <a:ext uri="{FF2B5EF4-FFF2-40B4-BE49-F238E27FC236}">
                <a16:creationId xmlns:a16="http://schemas.microsoft.com/office/drawing/2014/main" id="{149FDC35-E94B-093F-0731-58297BF0D913}"/>
              </a:ext>
            </a:extLst>
          </p:cNvPr>
          <p:cNvSpPr/>
          <p:nvPr/>
        </p:nvSpPr>
        <p:spPr>
          <a:xfrm flipV="1">
            <a:off x="7104993" y="4146328"/>
            <a:ext cx="515007" cy="346842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12EF858E-F8DE-97D0-634A-890AD0ADA88B}"/>
              </a:ext>
            </a:extLst>
          </p:cNvPr>
          <p:cNvSpPr/>
          <p:nvPr/>
        </p:nvSpPr>
        <p:spPr>
          <a:xfrm flipV="1">
            <a:off x="8098222" y="4146328"/>
            <a:ext cx="515007" cy="346842"/>
          </a:xfrm>
          <a:prstGeom prst="down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CE33FFC-20E0-384F-4E16-B897EFF659DD}"/>
              </a:ext>
            </a:extLst>
          </p:cNvPr>
          <p:cNvSpPr txBox="1"/>
          <p:nvPr/>
        </p:nvSpPr>
        <p:spPr>
          <a:xfrm>
            <a:off x="6096000" y="4508933"/>
            <a:ext cx="1842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NewTerminal.app</a:t>
            </a:r>
            <a:endParaRPr kumimoji="1" lang="en-US" altLang="ja-JP" sz="14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kumimoji="1" lang="en-US" altLang="ja-JP" sz="1400" dirty="0">
                <a:latin typeface="Meiryo UI" panose="020B0604030504040204" pitchFamily="34" charset="-128"/>
                <a:ea typeface="Meiryo UI" panose="020B0604030504040204" pitchFamily="34" charset="-128"/>
              </a:rPr>
              <a:t>Terminal</a:t>
            </a:r>
            <a:r>
              <a:rPr kumimoji="1"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を開くボタン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BD6CB6F-53B9-A6C5-0232-F599BBB52837}"/>
              </a:ext>
            </a:extLst>
          </p:cNvPr>
          <p:cNvSpPr txBox="1"/>
          <p:nvPr/>
        </p:nvSpPr>
        <p:spPr>
          <a:xfrm>
            <a:off x="8098222" y="4508933"/>
            <a:ext cx="21788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 err="1">
                <a:latin typeface="Meiryo UI" panose="020B0604030504040204" pitchFamily="34" charset="-128"/>
                <a:ea typeface="Meiryo UI" panose="020B0604030504040204" pitchFamily="34" charset="-128"/>
              </a:rPr>
              <a:t>NewText.app</a:t>
            </a:r>
            <a:endParaRPr kumimoji="1" lang="en-US" altLang="ja-JP" sz="14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kumimoji="1" lang="ja-JP" altLang="en-US" sz="1400">
                <a:latin typeface="Meiryo UI" panose="020B0604030504040204" pitchFamily="34" charset="-128"/>
                <a:ea typeface="Meiryo UI" panose="020B0604030504040204" pitchFamily="34" charset="-128"/>
              </a:rPr>
              <a:t>空テキストファイル作成ボタン</a:t>
            </a:r>
          </a:p>
        </p:txBody>
      </p:sp>
    </p:spTree>
    <p:extLst>
      <p:ext uri="{BB962C8B-B14F-4D97-AF65-F5344CB8AC3E}">
        <p14:creationId xmlns:p14="http://schemas.microsoft.com/office/powerpoint/2010/main" val="3182617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9C537510-9496-E2B0-7FEE-4CAC022AE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08654"/>
            <a:ext cx="7772400" cy="1440692"/>
          </a:xfrm>
          <a:prstGeom prst="rect">
            <a:avLst/>
          </a:prstGeom>
        </p:spPr>
      </p:pic>
      <p:sp>
        <p:nvSpPr>
          <p:cNvPr id="5" name="曲折矢印 4">
            <a:extLst>
              <a:ext uri="{FF2B5EF4-FFF2-40B4-BE49-F238E27FC236}">
                <a16:creationId xmlns:a16="http://schemas.microsoft.com/office/drawing/2014/main" id="{EABE9FFD-674B-07F7-0F57-68573B5FFE76}"/>
              </a:ext>
            </a:extLst>
          </p:cNvPr>
          <p:cNvSpPr/>
          <p:nvPr/>
        </p:nvSpPr>
        <p:spPr>
          <a:xfrm rot="16200000" flipV="1">
            <a:off x="6599183" y="2735318"/>
            <a:ext cx="570186" cy="1303283"/>
          </a:xfrm>
          <a:prstGeom prst="bentArrow">
            <a:avLst/>
          </a:prstGeom>
          <a:solidFill>
            <a:srgbClr val="CBCBCA"/>
          </a:solidFill>
          <a:ln>
            <a:solidFill>
              <a:srgbClr val="CBCB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4B2A54-F820-325C-2090-8A59AA57FA8F}"/>
              </a:ext>
            </a:extLst>
          </p:cNvPr>
          <p:cNvSpPr txBox="1"/>
          <p:nvPr/>
        </p:nvSpPr>
        <p:spPr>
          <a:xfrm>
            <a:off x="7083973" y="3487387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n w="38100">
                  <a:solidFill>
                    <a:schemeClr val="tx1"/>
                  </a:solidFill>
                </a:ln>
                <a:latin typeface="Meiryo UI" panose="020B0604030504040204" pitchFamily="34" charset="-128"/>
                <a:ea typeface="Meiryo UI" panose="020B0604030504040204" pitchFamily="34" charset="-128"/>
              </a:rPr>
              <a:t>⌘+</a:t>
            </a:r>
            <a:r>
              <a:rPr kumimoji="1" lang="ja-JP" altLang="en-US">
                <a:ln w="38100">
                  <a:solidFill>
                    <a:schemeClr val="tx1"/>
                  </a:solidFill>
                </a:ln>
                <a:latin typeface="Meiryo UI" panose="020B0604030504040204" pitchFamily="34" charset="-128"/>
                <a:ea typeface="Meiryo UI" panose="020B0604030504040204" pitchFamily="34" charset="-128"/>
              </a:rPr>
              <a:t>ドラッグ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3D3BFFD-ACFB-55B7-57EF-DAD01400121E}"/>
              </a:ext>
            </a:extLst>
          </p:cNvPr>
          <p:cNvSpPr txBox="1"/>
          <p:nvPr/>
        </p:nvSpPr>
        <p:spPr>
          <a:xfrm>
            <a:off x="7083973" y="3487387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⌘+</a:t>
            </a:r>
            <a:r>
              <a:rPr kumimoji="1" lang="ja-JP" altLang="en-US">
                <a:solidFill>
                  <a:schemeClr val="bg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ドラッグ</a:t>
            </a:r>
          </a:p>
        </p:txBody>
      </p:sp>
    </p:spTree>
    <p:extLst>
      <p:ext uri="{BB962C8B-B14F-4D97-AF65-F5344CB8AC3E}">
        <p14:creationId xmlns:p14="http://schemas.microsoft.com/office/powerpoint/2010/main" val="89537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dc55989-3c9e-4466-8514-eac6f80f6373}" enabled="1" method="Privileged" siteId="{18a7fec8-652f-409b-8369-272d9ce8062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7654</TotalTime>
  <Words>46</Words>
  <Application>Microsoft Macintosh PowerPoint</Application>
  <PresentationFormat>ワイド画面</PresentationFormat>
  <Paragraphs>30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1" baseType="lpstr">
      <vt:lpstr>Meiryo UI</vt:lpstr>
      <vt:lpstr>Meiryo</vt:lpstr>
      <vt:lpstr>游ゴシック</vt:lpstr>
      <vt:lpstr>游ゴシック Light</vt:lpstr>
      <vt:lpstr>Arial</vt:lpstr>
      <vt:lpstr>Arial Black</vt:lpstr>
      <vt:lpstr>Consolas</vt:lpstr>
      <vt:lpstr>Gill Sans MT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安藤慶昭</dc:creator>
  <cp:lastModifiedBy>安藤慶昭</cp:lastModifiedBy>
  <cp:revision>23</cp:revision>
  <dcterms:created xsi:type="dcterms:W3CDTF">2023-04-07T06:22:35Z</dcterms:created>
  <dcterms:modified xsi:type="dcterms:W3CDTF">2026-06-28T05:30:07Z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dc55989-3c9e-4466-8514-eac6f80f6373_Enabled">
    <vt:lpwstr>true</vt:lpwstr>
  </property>
  <property fmtid="{D5CDD505-2E9C-101B-9397-08002B2CF9AE}" pid="3" name="MSIP_Label_ddc55989-3c9e-4466-8514-eac6f80f6373_SetDate">
    <vt:lpwstr>2025-01-14T01:38:07Z</vt:lpwstr>
  </property>
  <property fmtid="{D5CDD505-2E9C-101B-9397-08002B2CF9AE}" pid="4" name="MSIP_Label_ddc55989-3c9e-4466-8514-eac6f80f6373_Method">
    <vt:lpwstr>Privileged</vt:lpwstr>
  </property>
  <property fmtid="{D5CDD505-2E9C-101B-9397-08002B2CF9AE}" pid="5" name="MSIP_Label_ddc55989-3c9e-4466-8514-eac6f80f6373_Name">
    <vt:lpwstr>ddc55989-3c9e-4466-8514-eac6f80f6373</vt:lpwstr>
  </property>
  <property fmtid="{D5CDD505-2E9C-101B-9397-08002B2CF9AE}" pid="6" name="MSIP_Label_ddc55989-3c9e-4466-8514-eac6f80f6373_SiteId">
    <vt:lpwstr>18a7fec8-652f-409b-8369-272d9ce80620</vt:lpwstr>
  </property>
  <property fmtid="{D5CDD505-2E9C-101B-9397-08002B2CF9AE}" pid="7" name="MSIP_Label_ddc55989-3c9e-4466-8514-eac6f80f6373_ActionId">
    <vt:lpwstr>a41ce9ed-8131-4b41-96b6-59555deb738c</vt:lpwstr>
  </property>
  <property fmtid="{D5CDD505-2E9C-101B-9397-08002B2CF9AE}" pid="8" name="MSIP_Label_ddc55989-3c9e-4466-8514-eac6f80f6373_ContentBits">
    <vt:lpwstr>0</vt:lpwstr>
  </property>
</Properties>
</file>